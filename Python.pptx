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0" r:id="rId2"/>
  </p:sldMasterIdLst>
  <p:notesMasterIdLst>
    <p:notesMasterId r:id="rId12"/>
  </p:notesMasterIdLst>
  <p:sldIdLst>
    <p:sldId id="256" r:id="rId3"/>
    <p:sldId id="257" r:id="rId4"/>
    <p:sldId id="259" r:id="rId5"/>
    <p:sldId id="262" r:id="rId6"/>
    <p:sldId id="263" r:id="rId7"/>
    <p:sldId id="264" r:id="rId8"/>
    <p:sldId id="267" r:id="rId9"/>
    <p:sldId id="268" r:id="rId10"/>
    <p:sldId id="266"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8E8E"/>
    <a:srgbClr val="0069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1" d="100"/>
          <a:sy n="81" d="100"/>
        </p:scale>
        <p:origin x="8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7539BF-A833-4162-B08E-914FAA3BB829}" type="datetimeFigureOut">
              <a:rPr lang="en-US" smtClean="0"/>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7CCFCC-A830-4800-89DC-14254D84A6AE}" type="slidenum">
              <a:rPr lang="en-US" smtClean="0"/>
              <a:t>‹#›</a:t>
            </a:fld>
            <a:endParaRPr lang="en-US"/>
          </a:p>
        </p:txBody>
      </p:sp>
    </p:spTree>
    <p:extLst>
      <p:ext uri="{BB962C8B-B14F-4D97-AF65-F5344CB8AC3E}">
        <p14:creationId xmlns:p14="http://schemas.microsoft.com/office/powerpoint/2010/main" val="2289683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7CCFCC-A830-4800-89DC-14254D84A6AE}" type="slidenum">
              <a:rPr lang="en-US" smtClean="0"/>
              <a:t>7</a:t>
            </a:fld>
            <a:endParaRPr lang="en-US"/>
          </a:p>
        </p:txBody>
      </p:sp>
    </p:spTree>
    <p:extLst>
      <p:ext uri="{BB962C8B-B14F-4D97-AF65-F5344CB8AC3E}">
        <p14:creationId xmlns:p14="http://schemas.microsoft.com/office/powerpoint/2010/main" val="12387861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tBDfr" TargetMode="External"/><Relationship Id="rId5" Type="http://schemas.openxmlformats.org/officeDocument/2006/relationships/hyperlink" Target="http://bit.ly/2TyoMsr" TargetMode="External"/><Relationship Id="rId4" Type="http://schemas.openxmlformats.org/officeDocument/2006/relationships/hyperlink" Target="https://bit.ly/3A1uf1Q"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2" name="Google Shape;9;p2"/>
          <p:cNvPicPr/>
          <p:nvPr/>
        </p:nvPicPr>
        <p:blipFill>
          <a:blip r:embed="rId2"/>
          <a:srcRect l="237" r="996"/>
          <a:stretch/>
        </p:blipFill>
        <p:spPr>
          <a:xfrm rot="10800000" flipH="1">
            <a:off x="0" y="-6480"/>
            <a:ext cx="9164160" cy="5149080"/>
          </a:xfrm>
          <a:prstGeom prst="rect">
            <a:avLst/>
          </a:prstGeom>
          <a:noFill/>
          <a:ln w="0">
            <a:noFill/>
          </a:ln>
        </p:spPr>
      </p:pic>
      <p:pic>
        <p:nvPicPr>
          <p:cNvPr id="3" name="Google Shape;10;p2"/>
          <p:cNvPicPr/>
          <p:nvPr/>
        </p:nvPicPr>
        <p:blipFill>
          <a:blip r:embed="rId3">
            <a:alphaModFix amt="50000"/>
          </a:blip>
          <a:srcRect l="771" r="6256"/>
          <a:stretch/>
        </p:blipFill>
        <p:spPr>
          <a:xfrm rot="10800000" flipH="1">
            <a:off x="-58320" y="-6840"/>
            <a:ext cx="9279000" cy="5212440"/>
          </a:xfrm>
          <a:prstGeom prst="rect">
            <a:avLst/>
          </a:prstGeom>
          <a:noFill/>
          <a:ln w="0">
            <a:noFill/>
          </a:ln>
        </p:spPr>
      </p:pic>
      <p:sp>
        <p:nvSpPr>
          <p:cNvPr id="4" name="PlaceHolder 1"/>
          <p:cNvSpPr>
            <a:spLocks noGrp="1"/>
          </p:cNvSpPr>
          <p:nvPr>
            <p:ph type="title"/>
          </p:nvPr>
        </p:nvSpPr>
        <p:spPr>
          <a:xfrm>
            <a:off x="1958400" y="1392840"/>
            <a:ext cx="5226840" cy="15865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6" name="Google Shape;85;p11"/>
          <p:cNvPicPr/>
          <p:nvPr/>
        </p:nvPicPr>
        <p:blipFill>
          <a:blip r:embed="rId2"/>
          <a:srcRect l="420" r="-520"/>
          <a:stretch/>
        </p:blipFill>
        <p:spPr>
          <a:xfrm rot="16200000" flipH="1">
            <a:off x="1983960" y="-1990800"/>
            <a:ext cx="5188320" cy="9156240"/>
          </a:xfrm>
          <a:prstGeom prst="rect">
            <a:avLst/>
          </a:prstGeom>
          <a:noFill/>
          <a:ln w="0">
            <a:noFill/>
          </a:ln>
        </p:spPr>
      </p:pic>
      <p:pic>
        <p:nvPicPr>
          <p:cNvPr id="7" name="Google Shape;86;p11"/>
          <p:cNvPicPr/>
          <p:nvPr/>
        </p:nvPicPr>
        <p:blipFill>
          <a:blip r:embed="rId3">
            <a:alphaModFix amt="50000"/>
          </a:blip>
          <a:srcRect l="1158" r="46635" b="51446"/>
          <a:stretch/>
        </p:blipFill>
        <p:spPr>
          <a:xfrm rot="5400000">
            <a:off x="-1324800" y="1316520"/>
            <a:ext cx="5146560" cy="2499480"/>
          </a:xfrm>
          <a:prstGeom prst="rect">
            <a:avLst/>
          </a:prstGeom>
          <a:noFill/>
          <a:ln w="0">
            <a:noFill/>
          </a:ln>
        </p:spPr>
      </p:pic>
      <p:sp>
        <p:nvSpPr>
          <p:cNvPr id="8" name="PlaceHolder 1"/>
          <p:cNvSpPr>
            <a:spLocks noGrp="1"/>
          </p:cNvSpPr>
          <p:nvPr>
            <p:ph type="title"/>
          </p:nvPr>
        </p:nvSpPr>
        <p:spPr>
          <a:xfrm>
            <a:off x="2095560" y="1669680"/>
            <a:ext cx="4952520" cy="1114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9" name="Google Shape;91;p13"/>
          <p:cNvPicPr/>
          <p:nvPr/>
        </p:nvPicPr>
        <p:blipFill>
          <a:blip r:embed="rId2"/>
          <a:srcRect l="420" r="-520"/>
          <a:stretch/>
        </p:blipFill>
        <p:spPr>
          <a:xfrm rot="5400000">
            <a:off x="1982520" y="-1990800"/>
            <a:ext cx="5188320" cy="9156240"/>
          </a:xfrm>
          <a:prstGeom prst="rect">
            <a:avLst/>
          </a:prstGeom>
          <a:noFill/>
          <a:ln w="0">
            <a:noFill/>
          </a:ln>
        </p:spPr>
      </p:pic>
      <p:pic>
        <p:nvPicPr>
          <p:cNvPr id="10" name="Google Shape;92;p13"/>
          <p:cNvPicPr/>
          <p:nvPr/>
        </p:nvPicPr>
        <p:blipFill>
          <a:blip r:embed="rId3">
            <a:alphaModFix amt="50000"/>
          </a:blip>
          <a:srcRect l="1158" r="46635" b="51446"/>
          <a:stretch/>
        </p:blipFill>
        <p:spPr>
          <a:xfrm rot="5400000">
            <a:off x="-1330920" y="1316520"/>
            <a:ext cx="5146560" cy="2499480"/>
          </a:xfrm>
          <a:prstGeom prst="rect">
            <a:avLst/>
          </a:prstGeom>
          <a:noFill/>
          <a:ln w="0">
            <a:noFill/>
          </a:ln>
        </p:spPr>
      </p:pic>
      <p:sp>
        <p:nvSpPr>
          <p:cNvPr id="11" name="PlaceHolder 1"/>
          <p:cNvSpPr>
            <a:spLocks noGrp="1"/>
          </p:cNvSpPr>
          <p:nvPr>
            <p:ph type="title"/>
          </p:nvPr>
        </p:nvSpPr>
        <p:spPr>
          <a:xfrm>
            <a:off x="1020960" y="444960"/>
            <a:ext cx="68378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2" name="PlaceHolder 2"/>
          <p:cNvSpPr>
            <a:spLocks noGrp="1"/>
          </p:cNvSpPr>
          <p:nvPr>
            <p:ph type="title"/>
          </p:nvPr>
        </p:nvSpPr>
        <p:spPr>
          <a:xfrm>
            <a:off x="1105200" y="301428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3" name="PlaceHolder 3"/>
          <p:cNvSpPr>
            <a:spLocks noGrp="1"/>
          </p:cNvSpPr>
          <p:nvPr>
            <p:ph type="title"/>
          </p:nvPr>
        </p:nvSpPr>
        <p:spPr>
          <a:xfrm>
            <a:off x="1105200" y="388224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4" name="PlaceHolder 4"/>
          <p:cNvSpPr>
            <a:spLocks noGrp="1"/>
          </p:cNvSpPr>
          <p:nvPr>
            <p:ph type="title"/>
          </p:nvPr>
        </p:nvSpPr>
        <p:spPr>
          <a:xfrm>
            <a:off x="1104840" y="127908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5" name="PlaceHolder 5"/>
          <p:cNvSpPr>
            <a:spLocks noGrp="1"/>
          </p:cNvSpPr>
          <p:nvPr>
            <p:ph type="title"/>
          </p:nvPr>
        </p:nvSpPr>
        <p:spPr>
          <a:xfrm>
            <a:off x="1104840" y="214668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6" name="Google Shape;106;p13"/>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7" name="Google Shape;107;p13"/>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8" name="Google Shape;108;p13"/>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9" name="Google Shape;109;p13"/>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 name="Google Shape;110;p13"/>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1" name="Google Shape;111;p13"/>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2" name="Google Shape;112;p13"/>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3" name="Google Shape;113;p13"/>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pic>
        <p:nvPicPr>
          <p:cNvPr id="24" name="Google Shape;115;p14"/>
          <p:cNvPicPr/>
          <p:nvPr/>
        </p:nvPicPr>
        <p:blipFill>
          <a:blip r:embed="rId2"/>
          <a:srcRect l="420" r="-520"/>
          <a:stretch/>
        </p:blipFill>
        <p:spPr>
          <a:xfrm rot="16200000" flipH="1">
            <a:off x="1983960" y="-1990800"/>
            <a:ext cx="5188320" cy="9156240"/>
          </a:xfrm>
          <a:prstGeom prst="rect">
            <a:avLst/>
          </a:prstGeom>
          <a:noFill/>
          <a:ln w="0">
            <a:noFill/>
          </a:ln>
        </p:spPr>
      </p:pic>
      <p:pic>
        <p:nvPicPr>
          <p:cNvPr id="25" name="Google Shape;116;p14"/>
          <p:cNvPicPr/>
          <p:nvPr/>
        </p:nvPicPr>
        <p:blipFill>
          <a:blip r:embed="rId3">
            <a:alphaModFix amt="50000"/>
          </a:blip>
          <a:srcRect l="1158" r="46635" b="51446"/>
          <a:stretch/>
        </p:blipFill>
        <p:spPr>
          <a:xfrm rot="16200000" flipH="1">
            <a:off x="5333040" y="1316520"/>
            <a:ext cx="5146560" cy="2499480"/>
          </a:xfrm>
          <a:prstGeom prst="rect">
            <a:avLst/>
          </a:prstGeom>
          <a:noFill/>
          <a:ln w="0">
            <a:noFill/>
          </a:ln>
        </p:spPr>
      </p:pic>
      <p:sp>
        <p:nvSpPr>
          <p:cNvPr id="26" name="Google Shape;117;p14"/>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7" name="Google Shape;118;p14"/>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8" name="PlaceHolder 1"/>
          <p:cNvSpPr>
            <a:spLocks noGrp="1"/>
          </p:cNvSpPr>
          <p:nvPr>
            <p:ph type="title"/>
          </p:nvPr>
        </p:nvSpPr>
        <p:spPr>
          <a:xfrm>
            <a:off x="1225080" y="3724200"/>
            <a:ext cx="6693120" cy="531720"/>
          </a:xfrm>
          <a:prstGeom prst="rect">
            <a:avLst/>
          </a:prstGeom>
          <a:solidFill>
            <a:schemeClr val="lt1"/>
          </a:solid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pic>
        <p:nvPicPr>
          <p:cNvPr id="29" name="Google Shape;122;p15"/>
          <p:cNvPicPr/>
          <p:nvPr/>
        </p:nvPicPr>
        <p:blipFill>
          <a:blip r:embed="rId2"/>
          <a:srcRect l="2210" t="1565" r="2039" b="2427"/>
          <a:stretch/>
        </p:blipFill>
        <p:spPr>
          <a:xfrm rot="10800000" flipH="1">
            <a:off x="-35640" y="-5760"/>
            <a:ext cx="9224280" cy="5202720"/>
          </a:xfrm>
          <a:prstGeom prst="rect">
            <a:avLst/>
          </a:prstGeom>
          <a:noFill/>
          <a:ln w="0">
            <a:noFill/>
          </a:ln>
        </p:spPr>
      </p:pic>
      <p:pic>
        <p:nvPicPr>
          <p:cNvPr id="30" name="Google Shape;123;p15"/>
          <p:cNvPicPr/>
          <p:nvPr/>
        </p:nvPicPr>
        <p:blipFill>
          <a:blip r:embed="rId3">
            <a:alphaModFix amt="50000"/>
          </a:blip>
          <a:srcRect l="28399" r="7263"/>
          <a:stretch/>
        </p:blipFill>
        <p:spPr>
          <a:xfrm rot="10800000" flipH="1">
            <a:off x="0" y="-2520"/>
            <a:ext cx="6342840" cy="5149080"/>
          </a:xfrm>
          <a:prstGeom prst="rect">
            <a:avLst/>
          </a:prstGeom>
          <a:noFill/>
          <a:ln w="0">
            <a:noFill/>
          </a:ln>
        </p:spPr>
      </p:pic>
      <p:sp>
        <p:nvSpPr>
          <p:cNvPr id="31" name="PlaceHolder 1"/>
          <p:cNvSpPr>
            <a:spLocks noGrp="1"/>
          </p:cNvSpPr>
          <p:nvPr>
            <p:ph type="title"/>
          </p:nvPr>
        </p:nvSpPr>
        <p:spPr>
          <a:xfrm>
            <a:off x="1762200" y="2221920"/>
            <a:ext cx="5619600" cy="142056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32" name="PlaceHolder 2"/>
          <p:cNvSpPr>
            <a:spLocks noGrp="1"/>
          </p:cNvSpPr>
          <p:nvPr>
            <p:ph type="title"/>
          </p:nvPr>
        </p:nvSpPr>
        <p:spPr>
          <a:xfrm>
            <a:off x="3730680" y="1028880"/>
            <a:ext cx="1682640" cy="103716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33" name="Google Shape;128;p16"/>
          <p:cNvPicPr/>
          <p:nvPr/>
        </p:nvPicPr>
        <p:blipFill>
          <a:blip r:embed="rId2"/>
          <a:srcRect l="2068" t="1288" r="67847" b="1188"/>
          <a:stretch/>
        </p:blipFill>
        <p:spPr>
          <a:xfrm rot="5400000">
            <a:off x="1976040" y="-2045160"/>
            <a:ext cx="5182920" cy="9237600"/>
          </a:xfrm>
          <a:prstGeom prst="rect">
            <a:avLst/>
          </a:prstGeom>
          <a:noFill/>
          <a:ln w="0">
            <a:noFill/>
          </a:ln>
        </p:spPr>
      </p:pic>
      <p:pic>
        <p:nvPicPr>
          <p:cNvPr id="34" name="Google Shape;129;p16"/>
          <p:cNvPicPr/>
          <p:nvPr/>
        </p:nvPicPr>
        <p:blipFill>
          <a:blip r:embed="rId3">
            <a:alphaModFix amt="50000"/>
          </a:blip>
          <a:srcRect l="10398" t="7567" r="28315" b="-125040"/>
          <a:stretch/>
        </p:blipFill>
        <p:spPr>
          <a:xfrm rot="5400000">
            <a:off x="2179800" y="-1999800"/>
            <a:ext cx="5137920" cy="9143640"/>
          </a:xfrm>
          <a:prstGeom prst="rect">
            <a:avLst/>
          </a:prstGeom>
          <a:noFill/>
          <a:ln w="0">
            <a:noFill/>
          </a:ln>
        </p:spPr>
      </p:pic>
      <p:sp>
        <p:nvSpPr>
          <p:cNvPr id="35" name="Google Shape;130;p16"/>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36" name="Google Shape;131;p16"/>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37" name="Google Shape;132;p16"/>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38" name="Google Shape;133;p16"/>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39" name="Google Shape;134;p16"/>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40" name="Google Shape;135;p16"/>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41" name="Google Shape;136;p16"/>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42" name="Google Shape;137;p16"/>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43" name="PlaceHolder 1"/>
          <p:cNvSpPr>
            <a:spLocks noGrp="1"/>
          </p:cNvSpPr>
          <p:nvPr>
            <p:ph type="title"/>
          </p:nvPr>
        </p:nvSpPr>
        <p:spPr>
          <a:xfrm>
            <a:off x="1015200" y="866880"/>
            <a:ext cx="3404160" cy="217152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44" name="PlaceHolder 2"/>
          <p:cNvSpPr>
            <a:spLocks noGrp="1"/>
          </p:cNvSpPr>
          <p:nvPr>
            <p:ph type="body"/>
          </p:nvPr>
        </p:nvSpPr>
        <p:spPr>
          <a:xfrm>
            <a:off x="5383080" y="680040"/>
            <a:ext cx="2814120" cy="3783600"/>
          </a:xfrm>
          <a:prstGeom prst="rect">
            <a:avLst/>
          </a:prstGeom>
          <a:noFill/>
          <a:ln w="0">
            <a:noFill/>
          </a:ln>
          <a:effectLst>
            <a:outerShdw blurRad="57240" dist="19080" dir="5400000" rotWithShape="0">
              <a:srgbClr val="0F2A29">
                <a:alpha val="50000"/>
              </a:srgbClr>
            </a:outerShdw>
          </a:effectLst>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45" name="Google Shape;142;p17"/>
          <p:cNvPicPr/>
          <p:nvPr/>
        </p:nvPicPr>
        <p:blipFill>
          <a:blip r:embed="rId2">
            <a:alphaModFix amt="80000"/>
          </a:blip>
          <a:srcRect l="3846"/>
          <a:stretch/>
        </p:blipFill>
        <p:spPr>
          <a:xfrm rot="5400000">
            <a:off x="1992600" y="-2000880"/>
            <a:ext cx="5167800" cy="9156240"/>
          </a:xfrm>
          <a:prstGeom prst="rect">
            <a:avLst/>
          </a:prstGeom>
          <a:noFill/>
          <a:ln w="0">
            <a:noFill/>
          </a:ln>
        </p:spPr>
      </p:pic>
      <p:pic>
        <p:nvPicPr>
          <p:cNvPr id="46" name="Google Shape;143;p17"/>
          <p:cNvPicPr/>
          <p:nvPr/>
        </p:nvPicPr>
        <p:blipFill>
          <a:blip r:embed="rId3">
            <a:alphaModFix amt="50000"/>
          </a:blip>
          <a:srcRect l="1158" r="46635" b="74688"/>
          <a:stretch/>
        </p:blipFill>
        <p:spPr>
          <a:xfrm rot="16200000" flipH="1">
            <a:off x="5935320" y="1915200"/>
            <a:ext cx="5146560" cy="1302480"/>
          </a:xfrm>
          <a:prstGeom prst="rect">
            <a:avLst/>
          </a:prstGeom>
          <a:noFill/>
          <a:ln w="0">
            <a:noFill/>
          </a:ln>
        </p:spPr>
      </p:pic>
      <p:sp>
        <p:nvSpPr>
          <p:cNvPr id="47" name="PlaceHolder 1"/>
          <p:cNvSpPr>
            <a:spLocks noGrp="1"/>
          </p:cNvSpPr>
          <p:nvPr>
            <p:ph type="title"/>
          </p:nvPr>
        </p:nvSpPr>
        <p:spPr>
          <a:xfrm>
            <a:off x="1053360" y="1333440"/>
            <a:ext cx="2765880" cy="122220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pic>
        <p:nvPicPr>
          <p:cNvPr id="48" name="Google Shape;147;p18"/>
          <p:cNvPicPr/>
          <p:nvPr/>
        </p:nvPicPr>
        <p:blipFill>
          <a:blip r:embed="rId2"/>
          <a:srcRect l="420" r="-520"/>
          <a:stretch/>
        </p:blipFill>
        <p:spPr>
          <a:xfrm rot="5400000" flipH="1">
            <a:off x="1951560" y="-2021400"/>
            <a:ext cx="5250240" cy="9156240"/>
          </a:xfrm>
          <a:prstGeom prst="rect">
            <a:avLst/>
          </a:prstGeom>
          <a:noFill/>
          <a:ln w="0">
            <a:noFill/>
          </a:ln>
        </p:spPr>
      </p:pic>
      <p:pic>
        <p:nvPicPr>
          <p:cNvPr id="49" name="Google Shape;148;p18"/>
          <p:cNvPicPr/>
          <p:nvPr/>
        </p:nvPicPr>
        <p:blipFill>
          <a:blip r:embed="rId3">
            <a:alphaModFix amt="50000"/>
          </a:blip>
          <a:srcRect l="15469" t="51390" r="5793" b="-7602"/>
          <a:stretch/>
        </p:blipFill>
        <p:spPr>
          <a:xfrm>
            <a:off x="0" y="-69120"/>
            <a:ext cx="7763400" cy="2894040"/>
          </a:xfrm>
          <a:prstGeom prst="rect">
            <a:avLst/>
          </a:prstGeom>
          <a:noFill/>
          <a:ln w="0">
            <a:noFill/>
          </a:ln>
        </p:spPr>
      </p:pic>
      <p:sp>
        <p:nvSpPr>
          <p:cNvPr id="50" name="Google Shape;149;p18"/>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51" name="Google Shape;150;p18"/>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52" name="Google Shape;151;p18"/>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53" name="Google Shape;152;p18"/>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54" name="Google Shape;153;p18"/>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55" name="Google Shape;154;p18"/>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56" name="Google Shape;155;p18"/>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57" name="Google Shape;156;p18"/>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58" name="PlaceHolder 1"/>
          <p:cNvSpPr>
            <a:spLocks noGrp="1"/>
          </p:cNvSpPr>
          <p:nvPr>
            <p:ph type="title"/>
          </p:nvPr>
        </p:nvSpPr>
        <p:spPr>
          <a:xfrm>
            <a:off x="5230080" y="1410840"/>
            <a:ext cx="2630160" cy="124128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_1_1">
    <p:bg>
      <p:bgPr>
        <a:solidFill>
          <a:schemeClr val="lt1"/>
        </a:solidFill>
        <a:effectLst/>
      </p:bgPr>
    </p:bg>
    <p:spTree>
      <p:nvGrpSpPr>
        <p:cNvPr id="1" name=""/>
        <p:cNvGrpSpPr/>
        <p:nvPr/>
      </p:nvGrpSpPr>
      <p:grpSpPr>
        <a:xfrm>
          <a:off x="0" y="0"/>
          <a:ext cx="0" cy="0"/>
          <a:chOff x="0" y="0"/>
          <a:chExt cx="0" cy="0"/>
        </a:xfrm>
      </p:grpSpPr>
      <p:pic>
        <p:nvPicPr>
          <p:cNvPr id="59" name="Google Shape;160;p19"/>
          <p:cNvPicPr/>
          <p:nvPr/>
        </p:nvPicPr>
        <p:blipFill>
          <a:blip r:embed="rId2"/>
          <a:srcRect l="420" r="-520"/>
          <a:stretch/>
        </p:blipFill>
        <p:spPr>
          <a:xfrm rot="16200000" flipH="1">
            <a:off x="1981800" y="-1990800"/>
            <a:ext cx="5188320" cy="9156240"/>
          </a:xfrm>
          <a:prstGeom prst="rect">
            <a:avLst/>
          </a:prstGeom>
          <a:noFill/>
          <a:ln w="0">
            <a:noFill/>
          </a:ln>
        </p:spPr>
      </p:pic>
      <p:pic>
        <p:nvPicPr>
          <p:cNvPr id="60" name="Google Shape;161;p19"/>
          <p:cNvPicPr/>
          <p:nvPr/>
        </p:nvPicPr>
        <p:blipFill>
          <a:blip r:embed="rId3">
            <a:alphaModFix amt="50000"/>
          </a:blip>
          <a:srcRect l="1158" r="46635" b="74946"/>
          <a:stretch/>
        </p:blipFill>
        <p:spPr>
          <a:xfrm rot="5400000">
            <a:off x="-1922760" y="1921680"/>
            <a:ext cx="5146560" cy="1289520"/>
          </a:xfrm>
          <a:prstGeom prst="rect">
            <a:avLst/>
          </a:prstGeom>
          <a:noFill/>
          <a:ln w="0">
            <a:noFill/>
          </a:ln>
        </p:spPr>
      </p:pic>
      <p:sp>
        <p:nvSpPr>
          <p:cNvPr id="61" name="Google Shape;162;p19"/>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62" name="Google Shape;163;p19"/>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63" name="Google Shape;164;p19"/>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6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65" name="PlaceHolder 2"/>
          <p:cNvSpPr>
            <a:spLocks noGrp="1"/>
          </p:cNvSpPr>
          <p:nvPr>
            <p:ph type="body"/>
          </p:nvPr>
        </p:nvSpPr>
        <p:spPr>
          <a:xfrm>
            <a:off x="726480" y="1017720"/>
            <a:ext cx="7703640" cy="125856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pic>
        <p:nvPicPr>
          <p:cNvPr id="66" name="Google Shape;168;p20"/>
          <p:cNvPicPr/>
          <p:nvPr/>
        </p:nvPicPr>
        <p:blipFill>
          <a:blip r:embed="rId2"/>
          <a:srcRect l="420" r="-520"/>
          <a:stretch/>
        </p:blipFill>
        <p:spPr>
          <a:xfrm rot="5400000">
            <a:off x="1982520" y="-1990800"/>
            <a:ext cx="5188320" cy="9156240"/>
          </a:xfrm>
          <a:prstGeom prst="rect">
            <a:avLst/>
          </a:prstGeom>
          <a:noFill/>
          <a:ln w="0">
            <a:noFill/>
          </a:ln>
        </p:spPr>
      </p:pic>
      <p:pic>
        <p:nvPicPr>
          <p:cNvPr id="67" name="Google Shape;169;p20"/>
          <p:cNvPicPr/>
          <p:nvPr/>
        </p:nvPicPr>
        <p:blipFill>
          <a:blip r:embed="rId3">
            <a:alphaModFix amt="50000"/>
          </a:blip>
          <a:srcRect l="1158" r="46635" b="74946"/>
          <a:stretch/>
        </p:blipFill>
        <p:spPr>
          <a:xfrm rot="16200000" flipH="1">
            <a:off x="5928840" y="1921680"/>
            <a:ext cx="5146560" cy="1289520"/>
          </a:xfrm>
          <a:prstGeom prst="rect">
            <a:avLst/>
          </a:prstGeom>
          <a:noFill/>
          <a:ln w="0">
            <a:noFill/>
          </a:ln>
        </p:spPr>
      </p:pic>
      <p:sp>
        <p:nvSpPr>
          <p:cNvPr id="6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69" name="Google Shape;171;p20"/>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70" name="Google Shape;172;p20"/>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71" name="Google Shape;173;p20"/>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72" name="Google Shape;174;p20"/>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73" name="Google Shape;175;p20"/>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74" name="Google Shape;176;p20"/>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75" name="Google Shape;177;p20"/>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76" name="Google Shape;178;p20"/>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77" name="Google Shape;14;p3"/>
          <p:cNvPicPr/>
          <p:nvPr/>
        </p:nvPicPr>
        <p:blipFill>
          <a:blip r:embed="rId2"/>
          <a:srcRect l="239" r="59"/>
          <a:stretch/>
        </p:blipFill>
        <p:spPr>
          <a:xfrm rot="10800000">
            <a:off x="-1800" y="-6480"/>
            <a:ext cx="9143640" cy="5149080"/>
          </a:xfrm>
          <a:prstGeom prst="rect">
            <a:avLst/>
          </a:prstGeom>
          <a:noFill/>
          <a:ln w="0">
            <a:noFill/>
          </a:ln>
        </p:spPr>
      </p:pic>
      <p:pic>
        <p:nvPicPr>
          <p:cNvPr id="78" name="Google Shape;15;p3"/>
          <p:cNvPicPr/>
          <p:nvPr/>
        </p:nvPicPr>
        <p:blipFill>
          <a:blip r:embed="rId3">
            <a:alphaModFix amt="50000"/>
          </a:blip>
          <a:srcRect l="1160" r="6102"/>
          <a:stretch/>
        </p:blipFill>
        <p:spPr>
          <a:xfrm rot="10800000">
            <a:off x="360" y="-6480"/>
            <a:ext cx="9143640" cy="5149080"/>
          </a:xfrm>
          <a:prstGeom prst="rect">
            <a:avLst/>
          </a:prstGeom>
          <a:noFill/>
          <a:ln w="0">
            <a:noFill/>
          </a:ln>
        </p:spPr>
      </p:pic>
      <p:sp>
        <p:nvSpPr>
          <p:cNvPr id="79" name="PlaceHolder 1"/>
          <p:cNvSpPr>
            <a:spLocks noGrp="1"/>
          </p:cNvSpPr>
          <p:nvPr>
            <p:ph type="title"/>
          </p:nvPr>
        </p:nvSpPr>
        <p:spPr>
          <a:xfrm>
            <a:off x="713160" y="2347200"/>
            <a:ext cx="4370400" cy="130536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80" name="PlaceHolder 2"/>
          <p:cNvSpPr>
            <a:spLocks noGrp="1"/>
          </p:cNvSpPr>
          <p:nvPr>
            <p:ph type="title"/>
          </p:nvPr>
        </p:nvSpPr>
        <p:spPr>
          <a:xfrm>
            <a:off x="713160" y="802080"/>
            <a:ext cx="1775160" cy="123696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lt1"/>
        </a:solidFill>
        <a:effectLst/>
      </p:bgPr>
    </p:bg>
    <p:spTree>
      <p:nvGrpSpPr>
        <p:cNvPr id="1" name=""/>
        <p:cNvGrpSpPr/>
        <p:nvPr/>
      </p:nvGrpSpPr>
      <p:grpSpPr>
        <a:xfrm>
          <a:off x="0" y="0"/>
          <a:ext cx="0" cy="0"/>
          <a:chOff x="0" y="0"/>
          <a:chExt cx="0" cy="0"/>
        </a:xfrm>
      </p:grpSpPr>
      <p:pic>
        <p:nvPicPr>
          <p:cNvPr id="81" name="Google Shape;180;p21"/>
          <p:cNvPicPr/>
          <p:nvPr/>
        </p:nvPicPr>
        <p:blipFill>
          <a:blip r:embed="rId2"/>
          <a:srcRect l="411" r="1539"/>
          <a:stretch/>
        </p:blipFill>
        <p:spPr>
          <a:xfrm rot="5400000" flipH="1">
            <a:off x="1982520" y="-1990440"/>
            <a:ext cx="5188320" cy="9156240"/>
          </a:xfrm>
          <a:prstGeom prst="rect">
            <a:avLst/>
          </a:prstGeom>
          <a:noFill/>
          <a:ln w="0">
            <a:noFill/>
          </a:ln>
        </p:spPr>
      </p:pic>
      <p:pic>
        <p:nvPicPr>
          <p:cNvPr id="82" name="Google Shape;181;p21"/>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pic>
        <p:nvPicPr>
          <p:cNvPr id="83" name="Google Shape;182;p21"/>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
        <p:nvSpPr>
          <p:cNvPr id="8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0_1_1">
    <p:bg>
      <p:bgPr>
        <a:solidFill>
          <a:schemeClr val="lt1"/>
        </a:solidFill>
        <a:effectLst/>
      </p:bgPr>
    </p:bg>
    <p:spTree>
      <p:nvGrpSpPr>
        <p:cNvPr id="1" name=""/>
        <p:cNvGrpSpPr/>
        <p:nvPr/>
      </p:nvGrpSpPr>
      <p:grpSpPr>
        <a:xfrm>
          <a:off x="0" y="0"/>
          <a:ext cx="0" cy="0"/>
          <a:chOff x="0" y="0"/>
          <a:chExt cx="0" cy="0"/>
        </a:xfrm>
      </p:grpSpPr>
      <p:pic>
        <p:nvPicPr>
          <p:cNvPr id="85" name="Google Shape;185;p22"/>
          <p:cNvPicPr/>
          <p:nvPr/>
        </p:nvPicPr>
        <p:blipFill>
          <a:blip r:embed="rId2"/>
          <a:srcRect l="411" r="1539"/>
          <a:stretch/>
        </p:blipFill>
        <p:spPr>
          <a:xfrm rot="5400000" flipH="1">
            <a:off x="1982520" y="-1990440"/>
            <a:ext cx="5188320" cy="9156240"/>
          </a:xfrm>
          <a:prstGeom prst="rect">
            <a:avLst/>
          </a:prstGeom>
          <a:noFill/>
          <a:ln w="0">
            <a:noFill/>
          </a:ln>
        </p:spPr>
      </p:pic>
      <p:pic>
        <p:nvPicPr>
          <p:cNvPr id="86" name="Google Shape;186;p22"/>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pic>
        <p:nvPicPr>
          <p:cNvPr id="87" name="Google Shape;187;p22"/>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
        <p:nvSpPr>
          <p:cNvPr id="8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pic>
        <p:nvPicPr>
          <p:cNvPr id="89" name="Google Shape;190;p23"/>
          <p:cNvPicPr/>
          <p:nvPr/>
        </p:nvPicPr>
        <p:blipFill>
          <a:blip r:embed="rId2"/>
          <a:srcRect l="420" r="-520"/>
          <a:stretch/>
        </p:blipFill>
        <p:spPr>
          <a:xfrm rot="16200000" flipH="1">
            <a:off x="1976040" y="-1990800"/>
            <a:ext cx="5188320" cy="9156240"/>
          </a:xfrm>
          <a:prstGeom prst="rect">
            <a:avLst/>
          </a:prstGeom>
          <a:noFill/>
          <a:ln w="0">
            <a:noFill/>
          </a:ln>
        </p:spPr>
      </p:pic>
      <p:pic>
        <p:nvPicPr>
          <p:cNvPr id="90" name="Google Shape;191;p23"/>
          <p:cNvPicPr/>
          <p:nvPr/>
        </p:nvPicPr>
        <p:blipFill>
          <a:blip r:embed="rId3">
            <a:alphaModFix amt="50000"/>
          </a:blip>
          <a:srcRect l="1158" r="46635" b="51446"/>
          <a:stretch/>
        </p:blipFill>
        <p:spPr>
          <a:xfrm rot="16200000" flipH="1">
            <a:off x="5331240" y="1316520"/>
            <a:ext cx="5146560" cy="2499480"/>
          </a:xfrm>
          <a:prstGeom prst="rect">
            <a:avLst/>
          </a:prstGeom>
          <a:noFill/>
          <a:ln w="0">
            <a:noFill/>
          </a:ln>
        </p:spPr>
      </p:pic>
      <p:sp>
        <p:nvSpPr>
          <p:cNvPr id="91" name="Google Shape;192;p23"/>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92" name="Google Shape;193;p23"/>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93" name="Google Shape;194;p23"/>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94" name="Google Shape;195;p23"/>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95" name="Google Shape;196;p23"/>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96" name="Google Shape;197;p23"/>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97" name="Google Shape;198;p23"/>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98" name="Google Shape;199;p23"/>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99" name="PlaceHolder 1"/>
          <p:cNvSpPr>
            <a:spLocks noGrp="1"/>
          </p:cNvSpPr>
          <p:nvPr>
            <p:ph type="title"/>
          </p:nvPr>
        </p:nvSpPr>
        <p:spPr>
          <a:xfrm>
            <a:off x="713160" y="444960"/>
            <a:ext cx="7717320" cy="78732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pic>
        <p:nvPicPr>
          <p:cNvPr id="100" name="Google Shape;206;p24"/>
          <p:cNvPicPr/>
          <p:nvPr/>
        </p:nvPicPr>
        <p:blipFill>
          <a:blip r:embed="rId2"/>
          <a:srcRect l="420" r="-520"/>
          <a:stretch/>
        </p:blipFill>
        <p:spPr>
          <a:xfrm rot="5400000">
            <a:off x="1982520" y="-1990800"/>
            <a:ext cx="5188320" cy="9156240"/>
          </a:xfrm>
          <a:prstGeom prst="rect">
            <a:avLst/>
          </a:prstGeom>
          <a:noFill/>
          <a:ln w="0">
            <a:noFill/>
          </a:ln>
        </p:spPr>
      </p:pic>
      <p:pic>
        <p:nvPicPr>
          <p:cNvPr id="101" name="Google Shape;207;p24"/>
          <p:cNvPicPr/>
          <p:nvPr/>
        </p:nvPicPr>
        <p:blipFill>
          <a:blip r:embed="rId3">
            <a:alphaModFix amt="50000"/>
          </a:blip>
          <a:srcRect l="1158" r="46635" b="74946"/>
          <a:stretch/>
        </p:blipFill>
        <p:spPr>
          <a:xfrm rot="16200000" flipH="1">
            <a:off x="5928840" y="1921680"/>
            <a:ext cx="5146560" cy="1289520"/>
          </a:xfrm>
          <a:prstGeom prst="rect">
            <a:avLst/>
          </a:prstGeom>
          <a:noFill/>
          <a:ln w="0">
            <a:noFill/>
          </a:ln>
        </p:spPr>
      </p:pic>
      <p:pic>
        <p:nvPicPr>
          <p:cNvPr id="102" name="Google Shape;208;p24"/>
          <p:cNvPicPr/>
          <p:nvPr/>
        </p:nvPicPr>
        <p:blipFill>
          <a:blip r:embed="rId3">
            <a:alphaModFix amt="50000"/>
          </a:blip>
          <a:srcRect l="42826" t="34159" r="14891" b="9626"/>
          <a:stretch/>
        </p:blipFill>
        <p:spPr>
          <a:xfrm rot="10800000" flipH="1">
            <a:off x="6480" y="2274840"/>
            <a:ext cx="4168080" cy="2894040"/>
          </a:xfrm>
          <a:prstGeom prst="rect">
            <a:avLst/>
          </a:prstGeom>
          <a:noFill/>
          <a:ln w="0">
            <a:noFill/>
          </a:ln>
        </p:spPr>
      </p:pic>
      <p:sp>
        <p:nvSpPr>
          <p:cNvPr id="103" name="PlaceHolder 1"/>
          <p:cNvSpPr>
            <a:spLocks noGrp="1"/>
          </p:cNvSpPr>
          <p:nvPr>
            <p:ph type="title"/>
          </p:nvPr>
        </p:nvSpPr>
        <p:spPr>
          <a:xfrm>
            <a:off x="1477440" y="444960"/>
            <a:ext cx="6189120" cy="120852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104" name="Google Shape;213;p25"/>
          <p:cNvPicPr/>
          <p:nvPr/>
        </p:nvPicPr>
        <p:blipFill>
          <a:blip r:embed="rId2"/>
          <a:srcRect l="-112" r="68722"/>
          <a:stretch/>
        </p:blipFill>
        <p:spPr>
          <a:xfrm rot="5400000">
            <a:off x="1961640" y="-2017080"/>
            <a:ext cx="5220720" cy="9143640"/>
          </a:xfrm>
          <a:prstGeom prst="rect">
            <a:avLst/>
          </a:prstGeom>
          <a:noFill/>
          <a:ln w="0">
            <a:noFill/>
          </a:ln>
        </p:spPr>
      </p:pic>
      <p:pic>
        <p:nvPicPr>
          <p:cNvPr id="105" name="Google Shape;214;p25"/>
          <p:cNvPicPr/>
          <p:nvPr/>
        </p:nvPicPr>
        <p:blipFill>
          <a:blip r:embed="rId3">
            <a:alphaModFix amt="50000"/>
          </a:blip>
          <a:srcRect l="25091" t="64070" r="46719" b="-15030"/>
          <a:stretch/>
        </p:blipFill>
        <p:spPr>
          <a:xfrm rot="5400000">
            <a:off x="5543280" y="174960"/>
            <a:ext cx="3763080" cy="3412440"/>
          </a:xfrm>
          <a:prstGeom prst="rect">
            <a:avLst/>
          </a:prstGeom>
          <a:noFill/>
          <a:ln w="0">
            <a:noFill/>
          </a:ln>
        </p:spPr>
      </p:pic>
      <p:sp>
        <p:nvSpPr>
          <p:cNvPr id="106" name="PlaceHolder 1"/>
          <p:cNvSpPr>
            <a:spLocks noGrp="1"/>
          </p:cNvSpPr>
          <p:nvPr>
            <p:ph type="title"/>
          </p:nvPr>
        </p:nvSpPr>
        <p:spPr>
          <a:xfrm>
            <a:off x="1486080" y="444960"/>
            <a:ext cx="6171480" cy="122148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pic>
        <p:nvPicPr>
          <p:cNvPr id="107" name="Google Shape;222;p25"/>
          <p:cNvPicPr/>
          <p:nvPr/>
        </p:nvPicPr>
        <p:blipFill>
          <a:blip r:embed="rId3">
            <a:alphaModFix amt="50000"/>
          </a:blip>
          <a:srcRect l="25091" t="15030" r="46719" b="74075"/>
          <a:stretch/>
        </p:blipFill>
        <p:spPr>
          <a:xfrm rot="5400000">
            <a:off x="-1624320" y="1577520"/>
            <a:ext cx="3912840" cy="75780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108" name="Google Shape;224;p26"/>
          <p:cNvPicPr/>
          <p:nvPr/>
        </p:nvPicPr>
        <p:blipFill>
          <a:blip r:embed="rId2"/>
          <a:srcRect l="420" t="-242" r="-520" b="-242"/>
          <a:stretch/>
        </p:blipFill>
        <p:spPr>
          <a:xfrm rot="16200000" flipH="1">
            <a:off x="1983960" y="-2013120"/>
            <a:ext cx="5188320" cy="9200880"/>
          </a:xfrm>
          <a:prstGeom prst="rect">
            <a:avLst/>
          </a:prstGeom>
          <a:noFill/>
          <a:ln w="0">
            <a:noFill/>
          </a:ln>
        </p:spPr>
      </p:pic>
      <p:pic>
        <p:nvPicPr>
          <p:cNvPr id="109" name="Google Shape;225;p26"/>
          <p:cNvPicPr/>
          <p:nvPr/>
        </p:nvPicPr>
        <p:blipFill>
          <a:blip r:embed="rId3">
            <a:alphaModFix amt="50000"/>
          </a:blip>
          <a:srcRect l="1158" r="46635" b="51446"/>
          <a:stretch/>
        </p:blipFill>
        <p:spPr>
          <a:xfrm rot="5400000">
            <a:off x="-1324800" y="1316520"/>
            <a:ext cx="5146560" cy="2499480"/>
          </a:xfrm>
          <a:prstGeom prst="rect">
            <a:avLst/>
          </a:prstGeom>
          <a:noFill/>
          <a:ln w="0">
            <a:noFill/>
          </a:ln>
        </p:spPr>
      </p:pic>
      <p:sp>
        <p:nvSpPr>
          <p:cNvPr id="110" name="Google Shape;226;p26"/>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11" name="Google Shape;227;p26"/>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12" name="Google Shape;228;p26"/>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1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pic>
        <p:nvPicPr>
          <p:cNvPr id="114" name="Google Shape;239;p27"/>
          <p:cNvPicPr/>
          <p:nvPr/>
        </p:nvPicPr>
        <p:blipFill>
          <a:blip r:embed="rId2"/>
          <a:srcRect l="1525" t="2828" r="67003" b="2562"/>
          <a:stretch/>
        </p:blipFill>
        <p:spPr>
          <a:xfrm rot="5400000">
            <a:off x="1971000" y="-2064240"/>
            <a:ext cx="5233680" cy="9224640"/>
          </a:xfrm>
          <a:prstGeom prst="rect">
            <a:avLst/>
          </a:prstGeom>
          <a:noFill/>
          <a:ln w="0">
            <a:noFill/>
          </a:ln>
        </p:spPr>
      </p:pic>
      <p:pic>
        <p:nvPicPr>
          <p:cNvPr id="115" name="Google Shape;240;p27"/>
          <p:cNvPicPr/>
          <p:nvPr/>
        </p:nvPicPr>
        <p:blipFill>
          <a:blip r:embed="rId3">
            <a:alphaModFix amt="50000"/>
          </a:blip>
          <a:srcRect l="10398" t="17263" r="28315" b="-125022"/>
          <a:stretch/>
        </p:blipFill>
        <p:spPr>
          <a:xfrm rot="5400000">
            <a:off x="2273040" y="-1877040"/>
            <a:ext cx="5137920" cy="8735760"/>
          </a:xfrm>
          <a:prstGeom prst="rect">
            <a:avLst/>
          </a:prstGeom>
          <a:noFill/>
          <a:ln w="0">
            <a:noFill/>
          </a:ln>
        </p:spPr>
      </p:pic>
      <p:sp>
        <p:nvSpPr>
          <p:cNvPr id="116" name="Google Shape;241;p27"/>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17" name="Google Shape;242;p27"/>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18" name="Google Shape;243;p27"/>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19" name="Google Shape;244;p27"/>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20" name="Google Shape;245;p27"/>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21" name="Google Shape;246;p27"/>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22" name="Google Shape;247;p27"/>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23" name="Google Shape;248;p27"/>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2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grpSp>
        <p:nvGrpSpPr>
          <p:cNvPr id="125" name="Google Shape;263;p28"/>
          <p:cNvGrpSpPr/>
          <p:nvPr/>
        </p:nvGrpSpPr>
        <p:grpSpPr>
          <a:xfrm>
            <a:off x="-1440" y="-6840"/>
            <a:ext cx="9156240" cy="5181120"/>
            <a:chOff x="-1440" y="-6840"/>
            <a:chExt cx="9156240" cy="5181120"/>
          </a:xfrm>
        </p:grpSpPr>
        <p:pic>
          <p:nvPicPr>
            <p:cNvPr id="126" name="Google Shape;264;p28"/>
            <p:cNvPicPr/>
            <p:nvPr/>
          </p:nvPicPr>
          <p:blipFill>
            <a:blip r:embed="rId2">
              <a:alphaModFix amt="80000"/>
            </a:blip>
            <a:srcRect l="5275" r="44373"/>
            <a:stretch/>
          </p:blipFill>
          <p:spPr>
            <a:xfrm rot="5400000" flipH="1">
              <a:off x="3238560" y="-741960"/>
              <a:ext cx="2676240" cy="9156240"/>
            </a:xfrm>
            <a:prstGeom prst="rect">
              <a:avLst/>
            </a:prstGeom>
            <a:noFill/>
            <a:ln w="0">
              <a:noFill/>
            </a:ln>
          </p:spPr>
        </p:pic>
        <p:pic>
          <p:nvPicPr>
            <p:cNvPr id="127" name="Google Shape;265;p28"/>
            <p:cNvPicPr/>
            <p:nvPr/>
          </p:nvPicPr>
          <p:blipFill>
            <a:blip r:embed="rId2">
              <a:alphaModFix amt="80000"/>
            </a:blip>
            <a:srcRect l="3991" r="46660"/>
            <a:stretch/>
          </p:blipFill>
          <p:spPr>
            <a:xfrm rot="5400000">
              <a:off x="3297960" y="-3306240"/>
              <a:ext cx="2557080" cy="9156240"/>
            </a:xfrm>
            <a:prstGeom prst="rect">
              <a:avLst/>
            </a:prstGeom>
            <a:noFill/>
            <a:ln w="0">
              <a:noFill/>
            </a:ln>
          </p:spPr>
        </p:pic>
      </p:grpSp>
      <p:pic>
        <p:nvPicPr>
          <p:cNvPr id="128" name="Google Shape;266;p28"/>
          <p:cNvPicPr/>
          <p:nvPr/>
        </p:nvPicPr>
        <p:blipFill>
          <a:blip r:embed="rId3">
            <a:alphaModFix amt="50000"/>
          </a:blip>
          <a:srcRect l="1158" r="46635" b="74688"/>
          <a:stretch/>
        </p:blipFill>
        <p:spPr>
          <a:xfrm rot="16200000" flipH="1">
            <a:off x="5935320" y="1915200"/>
            <a:ext cx="5146560" cy="1302480"/>
          </a:xfrm>
          <a:prstGeom prst="rect">
            <a:avLst/>
          </a:prstGeom>
          <a:noFill/>
          <a:ln w="0">
            <a:noFill/>
          </a:ln>
        </p:spPr>
      </p:pic>
      <p:sp>
        <p:nvSpPr>
          <p:cNvPr id="129" name="PlaceHolder 1"/>
          <p:cNvSpPr>
            <a:spLocks noGrp="1"/>
          </p:cNvSpPr>
          <p:nvPr>
            <p:ph type="title"/>
          </p:nvPr>
        </p:nvSpPr>
        <p:spPr>
          <a:xfrm>
            <a:off x="885960" y="1731960"/>
            <a:ext cx="2237760" cy="888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
        <p:nvSpPr>
          <p:cNvPr id="130" name="PlaceHolder 2"/>
          <p:cNvSpPr>
            <a:spLocks noGrp="1"/>
          </p:cNvSpPr>
          <p:nvPr>
            <p:ph type="title"/>
          </p:nvPr>
        </p:nvSpPr>
        <p:spPr>
          <a:xfrm>
            <a:off x="3453120" y="1731960"/>
            <a:ext cx="2237760" cy="888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
        <p:nvSpPr>
          <p:cNvPr id="131" name="PlaceHolder 3"/>
          <p:cNvSpPr>
            <a:spLocks noGrp="1"/>
          </p:cNvSpPr>
          <p:nvPr>
            <p:ph type="title"/>
          </p:nvPr>
        </p:nvSpPr>
        <p:spPr>
          <a:xfrm>
            <a:off x="6019920" y="1731960"/>
            <a:ext cx="2237760" cy="888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8_1">
    <p:bg>
      <p:bgPr>
        <a:solidFill>
          <a:schemeClr val="lt1"/>
        </a:solidFill>
        <a:effectLst/>
      </p:bgPr>
    </p:bg>
    <p:spTree>
      <p:nvGrpSpPr>
        <p:cNvPr id="1" name=""/>
        <p:cNvGrpSpPr/>
        <p:nvPr/>
      </p:nvGrpSpPr>
      <p:grpSpPr>
        <a:xfrm>
          <a:off x="0" y="0"/>
          <a:ext cx="0" cy="0"/>
          <a:chOff x="0" y="0"/>
          <a:chExt cx="0" cy="0"/>
        </a:xfrm>
      </p:grpSpPr>
      <p:pic>
        <p:nvPicPr>
          <p:cNvPr id="132" name="Google Shape;274;p29"/>
          <p:cNvPicPr/>
          <p:nvPr/>
        </p:nvPicPr>
        <p:blipFill>
          <a:blip r:embed="rId2"/>
          <a:srcRect l="420" r="-500"/>
          <a:stretch/>
        </p:blipFill>
        <p:spPr>
          <a:xfrm rot="5400000" flipH="1">
            <a:off x="1964520" y="-2008080"/>
            <a:ext cx="5223960" cy="9156240"/>
          </a:xfrm>
          <a:prstGeom prst="rect">
            <a:avLst/>
          </a:prstGeom>
          <a:noFill/>
          <a:ln w="0">
            <a:noFill/>
          </a:ln>
        </p:spPr>
      </p:pic>
      <p:pic>
        <p:nvPicPr>
          <p:cNvPr id="133" name="Google Shape;275;p29"/>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sp>
        <p:nvSpPr>
          <p:cNvPr id="134" name="Google Shape;276;p29"/>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35" name="Google Shape;277;p29"/>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36" name="Google Shape;278;p29"/>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37" name="Google Shape;279;p29"/>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38" name="Google Shape;280;p29"/>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39" name="Google Shape;281;p29"/>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40" name="Google Shape;282;p29"/>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41" name="Google Shape;283;p29"/>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42" name="PlaceHolder 1"/>
          <p:cNvSpPr>
            <a:spLocks noGrp="1"/>
          </p:cNvSpPr>
          <p:nvPr>
            <p:ph type="title"/>
          </p:nvPr>
        </p:nvSpPr>
        <p:spPr>
          <a:xfrm>
            <a:off x="996480" y="2821680"/>
            <a:ext cx="2057040" cy="532440"/>
          </a:xfrm>
          <a:prstGeom prst="rect">
            <a:avLst/>
          </a:prstGeom>
          <a:noFill/>
          <a:ln w="0">
            <a:noFill/>
          </a:ln>
        </p:spPr>
        <p:txBody>
          <a:bodyPr lIns="91440" tIns="91440" rIns="91440" bIns="91440" anchor="b">
            <a:noAutofit/>
          </a:bodyPr>
          <a:lstStyle/>
          <a:p>
            <a:pPr indent="0" algn="ctr">
              <a:lnSpc>
                <a:spcPct val="100000"/>
              </a:lnSpc>
              <a:buNone/>
            </a:pPr>
            <a:r>
              <a:rPr lang="fr-FR" sz="3500" b="0" u="none" strike="noStrike">
                <a:solidFill>
                  <a:schemeClr val="dk1"/>
                </a:solidFill>
                <a:effectLst/>
                <a:uFillTx/>
                <a:latin typeface="DM Sans ExtraBold"/>
                <a:ea typeface="DM Sans ExtraBold"/>
              </a:rPr>
              <a:t>xx%</a:t>
            </a:r>
            <a:endParaRPr lang="fr-FR" sz="3500" b="0" u="none" strike="noStrike">
              <a:solidFill>
                <a:schemeClr val="dk1"/>
              </a:solidFill>
              <a:effectLst/>
              <a:uFillTx/>
              <a:latin typeface="Arial"/>
            </a:endParaRPr>
          </a:p>
        </p:txBody>
      </p:sp>
      <p:sp>
        <p:nvSpPr>
          <p:cNvPr id="143" name="PlaceHolder 2"/>
          <p:cNvSpPr>
            <a:spLocks noGrp="1"/>
          </p:cNvSpPr>
          <p:nvPr>
            <p:ph type="title"/>
          </p:nvPr>
        </p:nvSpPr>
        <p:spPr>
          <a:xfrm>
            <a:off x="3543480" y="2821680"/>
            <a:ext cx="2057040" cy="532440"/>
          </a:xfrm>
          <a:prstGeom prst="rect">
            <a:avLst/>
          </a:prstGeom>
          <a:noFill/>
          <a:ln w="0">
            <a:noFill/>
          </a:ln>
        </p:spPr>
        <p:txBody>
          <a:bodyPr lIns="91440" tIns="91440" rIns="91440" bIns="91440" anchor="b">
            <a:noAutofit/>
          </a:bodyPr>
          <a:lstStyle/>
          <a:p>
            <a:pPr indent="0" algn="ctr">
              <a:lnSpc>
                <a:spcPct val="100000"/>
              </a:lnSpc>
              <a:buNone/>
            </a:pPr>
            <a:r>
              <a:rPr lang="fr-FR" sz="3500" b="0" u="none" strike="noStrike">
                <a:solidFill>
                  <a:schemeClr val="dk1"/>
                </a:solidFill>
                <a:effectLst/>
                <a:uFillTx/>
                <a:latin typeface="DM Sans ExtraBold"/>
                <a:ea typeface="DM Sans ExtraBold"/>
              </a:rPr>
              <a:t>xx%</a:t>
            </a:r>
            <a:endParaRPr lang="fr-FR" sz="3500" b="0" u="none" strike="noStrike">
              <a:solidFill>
                <a:schemeClr val="dk1"/>
              </a:solidFill>
              <a:effectLst/>
              <a:uFillTx/>
              <a:latin typeface="Arial"/>
            </a:endParaRPr>
          </a:p>
        </p:txBody>
      </p:sp>
      <p:sp>
        <p:nvSpPr>
          <p:cNvPr id="144" name="PlaceHolder 3"/>
          <p:cNvSpPr>
            <a:spLocks noGrp="1"/>
          </p:cNvSpPr>
          <p:nvPr>
            <p:ph type="title"/>
          </p:nvPr>
        </p:nvSpPr>
        <p:spPr>
          <a:xfrm>
            <a:off x="6090120" y="2821680"/>
            <a:ext cx="2057040" cy="532440"/>
          </a:xfrm>
          <a:prstGeom prst="rect">
            <a:avLst/>
          </a:prstGeom>
          <a:noFill/>
          <a:ln w="0">
            <a:noFill/>
          </a:ln>
        </p:spPr>
        <p:txBody>
          <a:bodyPr lIns="91440" tIns="91440" rIns="91440" bIns="91440" anchor="b">
            <a:noAutofit/>
          </a:bodyPr>
          <a:lstStyle/>
          <a:p>
            <a:pPr indent="0" algn="ctr">
              <a:lnSpc>
                <a:spcPct val="100000"/>
              </a:lnSpc>
              <a:buNone/>
            </a:pPr>
            <a:r>
              <a:rPr lang="fr-FR" sz="3500" b="0" u="none" strike="noStrike">
                <a:solidFill>
                  <a:schemeClr val="dk1"/>
                </a:solidFill>
                <a:effectLst/>
                <a:uFillTx/>
                <a:latin typeface="DM Sans ExtraBold"/>
                <a:ea typeface="DM Sans ExtraBold"/>
              </a:rPr>
              <a:t>xx%</a:t>
            </a:r>
            <a:endParaRPr lang="fr-FR" sz="3500" b="0" u="none" strike="noStrike">
              <a:solidFill>
                <a:schemeClr val="dk1"/>
              </a:solidFill>
              <a:effectLst/>
              <a:uFillTx/>
              <a:latin typeface="Arial"/>
            </a:endParaRPr>
          </a:p>
        </p:txBody>
      </p:sp>
      <p:sp>
        <p:nvSpPr>
          <p:cNvPr id="145" name="PlaceHolder 4"/>
          <p:cNvSpPr>
            <a:spLocks noGrp="1"/>
          </p:cNvSpPr>
          <p:nvPr>
            <p:ph type="title"/>
          </p:nvPr>
        </p:nvSpPr>
        <p:spPr>
          <a:xfrm>
            <a:off x="720000" y="450360"/>
            <a:ext cx="7703640" cy="5670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pic>
        <p:nvPicPr>
          <p:cNvPr id="146" name="Google Shape;294;p29"/>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147" name="Google Shape;296;p30"/>
          <p:cNvPicPr/>
          <p:nvPr/>
        </p:nvPicPr>
        <p:blipFill>
          <a:blip r:embed="rId2"/>
          <a:srcRect l="-2502" t="-2753" r="-2693" b="-2753"/>
          <a:stretch/>
        </p:blipFill>
        <p:spPr>
          <a:xfrm rot="10800000">
            <a:off x="-253440" y="-148320"/>
            <a:ext cx="9647640" cy="5432760"/>
          </a:xfrm>
          <a:prstGeom prst="rect">
            <a:avLst/>
          </a:prstGeom>
          <a:noFill/>
          <a:ln w="0">
            <a:noFill/>
          </a:ln>
        </p:spPr>
      </p:pic>
      <p:pic>
        <p:nvPicPr>
          <p:cNvPr id="148" name="Google Shape;297;p30"/>
          <p:cNvPicPr/>
          <p:nvPr/>
        </p:nvPicPr>
        <p:blipFill>
          <a:blip r:embed="rId3">
            <a:alphaModFix amt="50000"/>
          </a:blip>
          <a:srcRect l="1030" r="6109"/>
          <a:stretch/>
        </p:blipFill>
        <p:spPr>
          <a:xfrm rot="10800000">
            <a:off x="360" y="-2520"/>
            <a:ext cx="9155880" cy="5149080"/>
          </a:xfrm>
          <a:prstGeom prst="rect">
            <a:avLst/>
          </a:prstGeom>
          <a:noFill/>
          <a:ln w="0">
            <a:noFill/>
          </a:ln>
        </p:spPr>
      </p:pic>
      <p:sp>
        <p:nvSpPr>
          <p:cNvPr id="149" name="Google Shape;298;p30"/>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50" name="Google Shape;299;p30"/>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51" name="Google Shape;300;p30"/>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52" name="Google Shape;301;p30"/>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53" name="Google Shape;302;p30"/>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54" name="Google Shape;303;p30"/>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55" name="Google Shape;304;p30"/>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56" name="Google Shape;305;p30"/>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57" name="PlaceHolder 1"/>
          <p:cNvSpPr>
            <a:spLocks noGrp="1"/>
          </p:cNvSpPr>
          <p:nvPr>
            <p:ph type="title"/>
          </p:nvPr>
        </p:nvSpPr>
        <p:spPr>
          <a:xfrm>
            <a:off x="961560" y="655200"/>
            <a:ext cx="4475160" cy="108936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158" name="Google Shape;308;p30"/>
          <p:cNvSpPr/>
          <p:nvPr/>
        </p:nvSpPr>
        <p:spPr>
          <a:xfrm>
            <a:off x="713160" y="3670920"/>
            <a:ext cx="4971600" cy="5274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200" b="0" u="none" strike="noStrike">
                <a:solidFill>
                  <a:schemeClr val="dk1"/>
                </a:solidFill>
                <a:effectLst/>
                <a:uFillTx/>
                <a:latin typeface="Albert Sans"/>
                <a:ea typeface="Albert Sans"/>
              </a:rPr>
              <a:t>CREDITS: This presentation template was created by </a:t>
            </a:r>
            <a:r>
              <a:rPr lang="en" sz="1200" b="1" u="sng" strike="noStrike">
                <a:solidFill>
                  <a:schemeClr val="hlink"/>
                </a:solidFill>
                <a:effectLst/>
                <a:uFillTx/>
                <a:latin typeface="Albert Sans"/>
                <a:ea typeface="Albert Sans"/>
                <a:hlinkClick r:id="rId4"/>
              </a:rPr>
              <a:t>Slidesgo</a:t>
            </a:r>
            <a:r>
              <a:rPr lang="en" sz="1200" b="0" u="none" strike="noStrike">
                <a:solidFill>
                  <a:schemeClr val="dk1"/>
                </a:solidFill>
                <a:effectLst/>
                <a:uFillTx/>
                <a:latin typeface="Albert Sans"/>
                <a:ea typeface="Albert Sans"/>
              </a:rPr>
              <a:t>, and includes icons by </a:t>
            </a:r>
            <a:r>
              <a:rPr lang="en" sz="1200" b="1" u="sng" strike="noStrike">
                <a:solidFill>
                  <a:schemeClr val="hlink"/>
                </a:solidFill>
                <a:effectLst/>
                <a:uFillTx/>
                <a:latin typeface="Albert Sans"/>
                <a:ea typeface="Albert Sans"/>
                <a:hlinkClick r:id="rId5"/>
              </a:rPr>
              <a:t>Flaticon </a:t>
            </a:r>
            <a:r>
              <a:rPr lang="en" sz="1200" b="0" u="none" strike="noStrike">
                <a:solidFill>
                  <a:schemeClr val="dk1"/>
                </a:solidFill>
                <a:effectLst/>
                <a:uFillTx/>
                <a:latin typeface="Albert Sans"/>
                <a:ea typeface="Albert Sans"/>
              </a:rPr>
              <a:t>and infographics &amp; images by </a:t>
            </a:r>
            <a:r>
              <a:rPr lang="en" sz="1200" b="1" u="sng" strike="noStrike">
                <a:solidFill>
                  <a:schemeClr val="hlink"/>
                </a:solidFill>
                <a:effectLst/>
                <a:uFillTx/>
                <a:latin typeface="Albert Sans"/>
                <a:ea typeface="Albert Sans"/>
                <a:hlinkClick r:id="rId6"/>
              </a:rPr>
              <a:t>Freepik</a:t>
            </a:r>
            <a:endParaRPr lang="en-US" sz="1200" b="0" u="none" strike="noStrike" dirty="0">
              <a:solidFill>
                <a:srgbClr val="FFFFFF"/>
              </a:solidFill>
              <a:effectLst/>
              <a:uFillTx/>
              <a:latin typeface="OpenSymbo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159" name="Google Shape;20;p4"/>
          <p:cNvPicPr/>
          <p:nvPr/>
        </p:nvPicPr>
        <p:blipFill>
          <a:blip r:embed="rId2"/>
          <a:srcRect l="239" r="59"/>
          <a:stretch/>
        </p:blipFill>
        <p:spPr>
          <a:xfrm rot="10800000">
            <a:off x="-1800" y="-6480"/>
            <a:ext cx="9143640" cy="5149080"/>
          </a:xfrm>
          <a:prstGeom prst="rect">
            <a:avLst/>
          </a:prstGeom>
          <a:noFill/>
          <a:ln w="0">
            <a:noFill/>
          </a:ln>
        </p:spPr>
      </p:pic>
      <p:pic>
        <p:nvPicPr>
          <p:cNvPr id="160" name="Google Shape;21;p4"/>
          <p:cNvPicPr/>
          <p:nvPr/>
        </p:nvPicPr>
        <p:blipFill>
          <a:blip r:embed="rId3">
            <a:alphaModFix amt="50000"/>
          </a:blip>
          <a:srcRect l="28399" r="7263"/>
          <a:stretch/>
        </p:blipFill>
        <p:spPr>
          <a:xfrm rot="10800000">
            <a:off x="2805840" y="-6480"/>
            <a:ext cx="6342840" cy="5149080"/>
          </a:xfrm>
          <a:prstGeom prst="rect">
            <a:avLst/>
          </a:prstGeom>
          <a:noFill/>
          <a:ln w="0">
            <a:noFill/>
          </a:ln>
        </p:spPr>
      </p:pic>
      <p:sp>
        <p:nvSpPr>
          <p:cNvPr id="161" name="Google Shape;22;p4"/>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2" name="Google Shape;23;p4"/>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3" name="Google Shape;24;p4"/>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4" name="Google Shape;25;p4"/>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5" name="Google Shape;26;p4"/>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6" name="Google Shape;27;p4"/>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7" name="Google Shape;28;p4"/>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8" name="Google Shape;29;p4"/>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70" name="PlaceHolder 2"/>
          <p:cNvSpPr>
            <a:spLocks noGrp="1"/>
          </p:cNvSpPr>
          <p:nvPr>
            <p:ph type="body"/>
          </p:nvPr>
        </p:nvSpPr>
        <p:spPr>
          <a:xfrm>
            <a:off x="726480" y="1017720"/>
            <a:ext cx="7703640" cy="355068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171" name="Google Shape;310;p31"/>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72" name="Google Shape;311;p31"/>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73" name="Google Shape;312;p31"/>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pic>
        <p:nvPicPr>
          <p:cNvPr id="174" name="Google Shape;313;p31"/>
          <p:cNvPicPr/>
          <p:nvPr/>
        </p:nvPicPr>
        <p:blipFill>
          <a:blip r:embed="rId2"/>
          <a:srcRect l="414" r="553"/>
          <a:stretch/>
        </p:blipFill>
        <p:spPr>
          <a:xfrm rot="5400000" flipH="1">
            <a:off x="1982520" y="-1990440"/>
            <a:ext cx="5188320" cy="9156240"/>
          </a:xfrm>
          <a:prstGeom prst="rect">
            <a:avLst/>
          </a:prstGeom>
          <a:noFill/>
          <a:ln w="0">
            <a:noFill/>
          </a:ln>
        </p:spPr>
      </p:pic>
      <p:pic>
        <p:nvPicPr>
          <p:cNvPr id="175" name="Google Shape;314;p31"/>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pic>
        <p:nvPicPr>
          <p:cNvPr id="176" name="Google Shape;315;p31"/>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pic>
        <p:nvPicPr>
          <p:cNvPr id="177" name="Google Shape;317;p32"/>
          <p:cNvPicPr/>
          <p:nvPr/>
        </p:nvPicPr>
        <p:blipFill>
          <a:blip r:embed="rId2"/>
          <a:srcRect l="392" r="68538"/>
          <a:stretch/>
        </p:blipFill>
        <p:spPr>
          <a:xfrm rot="5400000">
            <a:off x="1981440" y="-1997640"/>
            <a:ext cx="5181480" cy="9143640"/>
          </a:xfrm>
          <a:prstGeom prst="rect">
            <a:avLst/>
          </a:prstGeom>
          <a:noFill/>
          <a:ln w="0">
            <a:noFill/>
          </a:ln>
        </p:spPr>
      </p:pic>
      <p:pic>
        <p:nvPicPr>
          <p:cNvPr id="178" name="Google Shape;318;p32"/>
          <p:cNvPicPr/>
          <p:nvPr/>
        </p:nvPicPr>
        <p:blipFill>
          <a:blip r:embed="rId3">
            <a:alphaModFix amt="50000"/>
          </a:blip>
          <a:srcRect l="10398" t="7567" r="28315" b="-125040"/>
          <a:stretch/>
        </p:blipFill>
        <p:spPr>
          <a:xfrm rot="5400000">
            <a:off x="2003040" y="-2000160"/>
            <a:ext cx="5137920" cy="9143640"/>
          </a:xfrm>
          <a:prstGeom prst="rect">
            <a:avLst/>
          </a:prstGeom>
          <a:noFill/>
          <a:ln w="0">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179" name="Google Shape;33;p5"/>
          <p:cNvPicPr/>
          <p:nvPr/>
        </p:nvPicPr>
        <p:blipFill>
          <a:blip r:embed="rId2"/>
          <a:srcRect l="414" r="682"/>
          <a:stretch/>
        </p:blipFill>
        <p:spPr>
          <a:xfrm rot="5400000" flipH="1">
            <a:off x="1982520" y="-1990440"/>
            <a:ext cx="5188320" cy="9156240"/>
          </a:xfrm>
          <a:prstGeom prst="rect">
            <a:avLst/>
          </a:prstGeom>
          <a:noFill/>
          <a:ln w="0">
            <a:noFill/>
          </a:ln>
        </p:spPr>
      </p:pic>
      <p:pic>
        <p:nvPicPr>
          <p:cNvPr id="180" name="Google Shape;34;p5"/>
          <p:cNvPicPr/>
          <p:nvPr/>
        </p:nvPicPr>
        <p:blipFill>
          <a:blip r:embed="rId3">
            <a:alphaModFix amt="50000"/>
          </a:blip>
          <a:srcRect l="15469" t="51390" r="5793" b="-7602"/>
          <a:stretch/>
        </p:blipFill>
        <p:spPr>
          <a:xfrm>
            <a:off x="0" y="-69120"/>
            <a:ext cx="7763400" cy="2894040"/>
          </a:xfrm>
          <a:prstGeom prst="rect">
            <a:avLst/>
          </a:prstGeom>
          <a:noFill/>
          <a:ln w="0">
            <a:noFill/>
          </a:ln>
        </p:spPr>
      </p:pic>
      <p:sp>
        <p:nvSpPr>
          <p:cNvPr id="181" name="Google Shape;35;p5"/>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82" name="Google Shape;36;p5"/>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83" name="Google Shape;37;p5"/>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84" name="Google Shape;38;p5"/>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85" name="Google Shape;39;p5"/>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86" name="Google Shape;40;p5"/>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87" name="Google Shape;41;p5"/>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88" name="Google Shape;42;p5"/>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8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190" name="Google Shape;49;p6"/>
          <p:cNvPicPr/>
          <p:nvPr/>
        </p:nvPicPr>
        <p:blipFill>
          <a:blip r:embed="rId2"/>
          <a:srcRect l="420" r="-671"/>
          <a:stretch/>
        </p:blipFill>
        <p:spPr>
          <a:xfrm rot="5400000" flipH="1">
            <a:off x="1955160" y="-2017800"/>
            <a:ext cx="5243040" cy="9156240"/>
          </a:xfrm>
          <a:prstGeom prst="rect">
            <a:avLst/>
          </a:prstGeom>
          <a:noFill/>
          <a:ln w="0">
            <a:noFill/>
          </a:ln>
        </p:spPr>
      </p:pic>
      <p:pic>
        <p:nvPicPr>
          <p:cNvPr id="191" name="Google Shape;50;p6"/>
          <p:cNvPicPr/>
          <p:nvPr/>
        </p:nvPicPr>
        <p:blipFill>
          <a:blip r:embed="rId3">
            <a:alphaModFix amt="50000"/>
          </a:blip>
          <a:srcRect l="1158" r="46635" b="83855"/>
          <a:stretch/>
        </p:blipFill>
        <p:spPr>
          <a:xfrm rot="16200000">
            <a:off x="6168240" y="2193120"/>
            <a:ext cx="5146560" cy="830520"/>
          </a:xfrm>
          <a:prstGeom prst="rect">
            <a:avLst/>
          </a:prstGeom>
          <a:noFill/>
          <a:ln w="0">
            <a:noFill/>
          </a:ln>
        </p:spPr>
      </p:pic>
      <p:pic>
        <p:nvPicPr>
          <p:cNvPr id="192" name="Google Shape;51;p6"/>
          <p:cNvPicPr/>
          <p:nvPr/>
        </p:nvPicPr>
        <p:blipFill>
          <a:blip r:embed="rId3">
            <a:alphaModFix amt="50000"/>
          </a:blip>
          <a:srcRect l="15469" t="60441" r="5793" b="-7605"/>
          <a:stretch/>
        </p:blipFill>
        <p:spPr>
          <a:xfrm>
            <a:off x="0" y="0"/>
            <a:ext cx="7763400" cy="2428200"/>
          </a:xfrm>
          <a:prstGeom prst="rect">
            <a:avLst/>
          </a:prstGeom>
          <a:noFill/>
          <a:ln w="0">
            <a:noFill/>
          </a:ln>
        </p:spPr>
      </p:pic>
      <p:sp>
        <p:nvSpPr>
          <p:cNvPr id="193" name="Google Shape;52;p6"/>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94" name="Google Shape;53;p6"/>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95" name="Google Shape;54;p6"/>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9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9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198" name="Google Shape;57;p7"/>
          <p:cNvPicPr/>
          <p:nvPr/>
        </p:nvPicPr>
        <p:blipFill>
          <a:blip r:embed="rId2"/>
          <a:srcRect l="2006" t="1597" r="1085" b="1597"/>
          <a:stretch/>
        </p:blipFill>
        <p:spPr>
          <a:xfrm rot="5400000" flipH="1">
            <a:off x="1982520" y="-2006280"/>
            <a:ext cx="5188320" cy="9156240"/>
          </a:xfrm>
          <a:prstGeom prst="rect">
            <a:avLst/>
          </a:prstGeom>
          <a:noFill/>
          <a:ln w="0">
            <a:noFill/>
          </a:ln>
        </p:spPr>
      </p:pic>
      <p:sp>
        <p:nvSpPr>
          <p:cNvPr id="199" name="Google Shape;58;p7"/>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0" name="Google Shape;59;p7"/>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1" name="Google Shape;60;p7"/>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2" name="Google Shape;61;p7"/>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3" name="Google Shape;62;p7"/>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4" name="Google Shape;63;p7"/>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5" name="Google Shape;64;p7"/>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6" name="Google Shape;65;p7"/>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7" name="PlaceHolder 1"/>
          <p:cNvSpPr>
            <a:spLocks noGrp="1"/>
          </p:cNvSpPr>
          <p:nvPr>
            <p:ph type="title"/>
          </p:nvPr>
        </p:nvSpPr>
        <p:spPr>
          <a:xfrm>
            <a:off x="713160" y="444960"/>
            <a:ext cx="2962800" cy="123084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208" name="PlaceHolder 2"/>
          <p:cNvSpPr>
            <a:spLocks noGrp="1"/>
          </p:cNvSpPr>
          <p:nvPr>
            <p:ph type="body"/>
          </p:nvPr>
        </p:nvSpPr>
        <p:spPr>
          <a:xfrm>
            <a:off x="713160" y="1905840"/>
            <a:ext cx="4058280" cy="21715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pic>
        <p:nvPicPr>
          <p:cNvPr id="209" name="Google Shape;68;p7"/>
          <p:cNvPicPr/>
          <p:nvPr/>
        </p:nvPicPr>
        <p:blipFill>
          <a:blip r:embed="rId3">
            <a:alphaModFix amt="50000"/>
          </a:blip>
          <a:srcRect l="1158" t="763" r="46635" b="79202"/>
          <a:stretch/>
        </p:blipFill>
        <p:spPr>
          <a:xfrm rot="16200000">
            <a:off x="6077520" y="2072160"/>
            <a:ext cx="5188320" cy="1030680"/>
          </a:xfrm>
          <a:prstGeom prst="rect">
            <a:avLst/>
          </a:prstGeom>
          <a:noFill/>
          <a:ln w="0">
            <a:noFill/>
          </a:ln>
        </p:spPr>
      </p:pic>
      <p:pic>
        <p:nvPicPr>
          <p:cNvPr id="210" name="Google Shape;69;p7"/>
          <p:cNvPicPr/>
          <p:nvPr/>
        </p:nvPicPr>
        <p:blipFill>
          <a:blip r:embed="rId3">
            <a:alphaModFix amt="50000"/>
          </a:blip>
          <a:srcRect l="15470" t="60306" r="7161" b="-7602"/>
          <a:stretch/>
        </p:blipFill>
        <p:spPr>
          <a:xfrm>
            <a:off x="0" y="-6840"/>
            <a:ext cx="7627680" cy="2435040"/>
          </a:xfrm>
          <a:prstGeom prst="rect">
            <a:avLst/>
          </a:prstGeom>
          <a:noFill/>
          <a:ln w="0">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211" name="Google Shape;71;p8"/>
          <p:cNvPicPr/>
          <p:nvPr/>
        </p:nvPicPr>
        <p:blipFill>
          <a:blip r:embed="rId2"/>
          <a:srcRect l="10976" r="57908" b="-360"/>
          <a:stretch/>
        </p:blipFill>
        <p:spPr>
          <a:xfrm rot="16200000" flipH="1">
            <a:off x="2000520" y="-2010240"/>
            <a:ext cx="5175000" cy="9176400"/>
          </a:xfrm>
          <a:prstGeom prst="rect">
            <a:avLst/>
          </a:prstGeom>
          <a:noFill/>
          <a:ln w="0">
            <a:noFill/>
          </a:ln>
        </p:spPr>
      </p:pic>
      <p:pic>
        <p:nvPicPr>
          <p:cNvPr id="212" name="Google Shape;72;p8"/>
          <p:cNvPicPr/>
          <p:nvPr/>
        </p:nvPicPr>
        <p:blipFill>
          <a:blip r:embed="rId3">
            <a:alphaModFix amt="50000"/>
          </a:blip>
          <a:srcRect l="7180" t="26476" r="31009" b="-92169"/>
          <a:stretch/>
        </p:blipFill>
        <p:spPr>
          <a:xfrm rot="16200000" flipH="1">
            <a:off x="893520" y="-893520"/>
            <a:ext cx="5187240" cy="6974280"/>
          </a:xfrm>
          <a:prstGeom prst="rect">
            <a:avLst/>
          </a:prstGeom>
          <a:noFill/>
          <a:ln w="0">
            <a:noFill/>
          </a:ln>
        </p:spPr>
      </p:pic>
      <p:sp>
        <p:nvSpPr>
          <p:cNvPr id="213" name="PlaceHolder 1"/>
          <p:cNvSpPr>
            <a:spLocks noGrp="1"/>
          </p:cNvSpPr>
          <p:nvPr>
            <p:ph type="title"/>
          </p:nvPr>
        </p:nvSpPr>
        <p:spPr>
          <a:xfrm>
            <a:off x="1769760" y="1657440"/>
            <a:ext cx="5603760" cy="182844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214" name="Google Shape;75;p9"/>
          <p:cNvPicPr/>
          <p:nvPr/>
        </p:nvPicPr>
        <p:blipFill>
          <a:blip r:embed="rId2"/>
          <a:srcRect l="133" r="68724"/>
          <a:stretch/>
        </p:blipFill>
        <p:spPr>
          <a:xfrm rot="5400000">
            <a:off x="1982520" y="-1996560"/>
            <a:ext cx="5179320" cy="9143640"/>
          </a:xfrm>
          <a:prstGeom prst="rect">
            <a:avLst/>
          </a:prstGeom>
          <a:noFill/>
          <a:ln w="0">
            <a:noFill/>
          </a:ln>
        </p:spPr>
      </p:pic>
      <p:pic>
        <p:nvPicPr>
          <p:cNvPr id="215" name="Google Shape;76;p9"/>
          <p:cNvPicPr/>
          <p:nvPr/>
        </p:nvPicPr>
        <p:blipFill>
          <a:blip r:embed="rId3">
            <a:alphaModFix amt="50000"/>
          </a:blip>
          <a:srcRect l="10082" t="7567" r="28313" b="-125040"/>
          <a:stretch/>
        </p:blipFill>
        <p:spPr>
          <a:xfrm rot="5400000">
            <a:off x="2702880" y="-1996200"/>
            <a:ext cx="5164560" cy="9143640"/>
          </a:xfrm>
          <a:prstGeom prst="rect">
            <a:avLst/>
          </a:prstGeom>
          <a:noFill/>
          <a:ln w="0">
            <a:noFill/>
          </a:ln>
        </p:spPr>
      </p:pic>
      <p:sp>
        <p:nvSpPr>
          <p:cNvPr id="216" name="Google Shape;77;p9"/>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17" name="Google Shape;78;p9"/>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18" name="PlaceHolder 1"/>
          <p:cNvSpPr>
            <a:spLocks noGrp="1"/>
          </p:cNvSpPr>
          <p:nvPr>
            <p:ph type="title"/>
          </p:nvPr>
        </p:nvSpPr>
        <p:spPr>
          <a:xfrm>
            <a:off x="1577880" y="1430280"/>
            <a:ext cx="5428800" cy="111744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219" name="PlaceHolder 1"/>
          <p:cNvSpPr>
            <a:spLocks noGrp="1"/>
          </p:cNvSpPr>
          <p:nvPr>
            <p:ph type="body"/>
          </p:nvPr>
        </p:nvSpPr>
        <p:spPr>
          <a:xfrm>
            <a:off x="0" y="-6840"/>
            <a:ext cx="9143640" cy="514800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20" name="PlaceHolder 2"/>
          <p:cNvSpPr>
            <a:spLocks noGrp="1"/>
          </p:cNvSpPr>
          <p:nvPr>
            <p:ph type="title"/>
          </p:nvPr>
        </p:nvSpPr>
        <p:spPr>
          <a:xfrm>
            <a:off x="3867120" y="3327840"/>
            <a:ext cx="4563000" cy="1280520"/>
          </a:xfrm>
          <a:prstGeom prst="rect">
            <a:avLst/>
          </a:prstGeom>
          <a:solidFill>
            <a:schemeClr val="lt1"/>
          </a:solidFill>
          <a:ln w="0">
            <a:noFill/>
          </a:ln>
        </p:spPr>
        <p:txBody>
          <a:bodyPr lIns="91440" tIns="91440" rIns="91440" bIns="91440" anchor="ctr">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221"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 id="214748368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p:cNvSpPr>
          <p:nvPr>
            <p:ph type="subTitle"/>
          </p:nvPr>
        </p:nvSpPr>
        <p:spPr>
          <a:xfrm>
            <a:off x="1962000" y="3209760"/>
            <a:ext cx="5229000" cy="542520"/>
          </a:xfrm>
          <a:prstGeom prst="rect">
            <a:avLst/>
          </a:prstGeom>
          <a:solidFill>
            <a:schemeClr val="lt1"/>
          </a:solidFill>
          <a:ln w="0">
            <a:noFill/>
          </a:ln>
        </p:spPr>
        <p:txBody>
          <a:bodyPr lIns="91440" tIns="91440" rIns="91440" bIns="91440" anchor="ctr">
            <a:normAutofit/>
          </a:bodyPr>
          <a:lstStyle/>
          <a:p>
            <a:pPr algn="ctr">
              <a:lnSpc>
                <a:spcPct val="115000"/>
              </a:lnSpc>
              <a:tabLst>
                <a:tab pos="0" algn="l"/>
              </a:tabLst>
            </a:pPr>
            <a:r>
              <a:rPr lang="en-US" sz="1600" b="0" u="none" strike="noStrike" dirty="0">
                <a:solidFill>
                  <a:schemeClr val="dk1"/>
                </a:solidFill>
                <a:effectLst/>
                <a:uFillTx/>
                <a:latin typeface="Albert Sans"/>
                <a:ea typeface="Albert Sans"/>
              </a:rPr>
              <a:t>Haidar Ali </a:t>
            </a:r>
            <a:r>
              <a:rPr lang="en-US" sz="1600" b="0" u="none" strike="noStrike" dirty="0" err="1">
                <a:solidFill>
                  <a:schemeClr val="dk1"/>
                </a:solidFill>
                <a:effectLst/>
                <a:uFillTx/>
                <a:latin typeface="Albert Sans"/>
                <a:ea typeface="Albert Sans"/>
              </a:rPr>
              <a:t>Alshowaih</a:t>
            </a:r>
            <a:endParaRPr lang="en-US" sz="1600" b="0" u="none" strike="noStrike" dirty="0">
              <a:solidFill>
                <a:srgbClr val="FFFFFF"/>
              </a:solidFill>
              <a:effectLst/>
              <a:uFillTx/>
              <a:latin typeface="OpenSymbol"/>
            </a:endParaRPr>
          </a:p>
        </p:txBody>
      </p:sp>
      <p:sp>
        <p:nvSpPr>
          <p:cNvPr id="223" name="PlaceHolder 2"/>
          <p:cNvSpPr>
            <a:spLocks noGrp="1"/>
          </p:cNvSpPr>
          <p:nvPr>
            <p:ph type="title"/>
          </p:nvPr>
        </p:nvSpPr>
        <p:spPr>
          <a:xfrm>
            <a:off x="1962000" y="1390680"/>
            <a:ext cx="5229000" cy="159048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fr-FR" sz="4000" b="0" u="none" strike="noStrike" dirty="0">
                <a:solidFill>
                  <a:schemeClr val="dk1"/>
                </a:solidFill>
                <a:effectLst/>
                <a:uFillTx/>
                <a:latin typeface="Arial"/>
              </a:rPr>
              <a:t>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1019160" y="866880"/>
            <a:ext cx="3400200" cy="2171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500" b="1" u="none" strike="noStrike" dirty="0">
                <a:solidFill>
                  <a:schemeClr val="dk1"/>
                </a:solidFill>
                <a:effectLst/>
                <a:uFillTx/>
                <a:latin typeface="DM Sans ExtraBold"/>
                <a:ea typeface="DM Sans ExtraBold"/>
              </a:rPr>
              <a:t>What is Python?</a:t>
            </a:r>
            <a:endParaRPr lang="fr-FR" sz="3500" b="0" u="none" strike="noStrike" dirty="0">
              <a:solidFill>
                <a:schemeClr val="dk1"/>
              </a:solidFill>
              <a:effectLst/>
              <a:uFillTx/>
              <a:latin typeface="Arial"/>
            </a:endParaRPr>
          </a:p>
        </p:txBody>
      </p:sp>
      <p:sp>
        <p:nvSpPr>
          <p:cNvPr id="227" name="Google Shape;522;p50"/>
          <p:cNvSpPr/>
          <p:nvPr/>
        </p:nvSpPr>
        <p:spPr>
          <a:xfrm>
            <a:off x="5216978" y="-79329"/>
            <a:ext cx="3053443" cy="2544943"/>
          </a:xfrm>
          <a:prstGeom prst="ellipse">
            <a:avLst/>
          </a:prstGeom>
          <a:blipFill rotWithShape="0">
            <a:blip r:embed="rId2"/>
            <a:srcRect/>
            <a:stretch>
              <a:fillRect/>
            </a:stretch>
          </a:blipFill>
          <a:ln w="0">
            <a:noFill/>
          </a:ln>
          <a:effectLst>
            <a:outerShdw blurRad="57240" dist="19080" dir="5400000" algn="bl" rotWithShape="0">
              <a:schemeClr val="lt1">
                <a:alpha val="50000"/>
              </a:scheme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OpenSymbol"/>
            </a:endParaRPr>
          </a:p>
        </p:txBody>
      </p:sp>
      <p:sp>
        <p:nvSpPr>
          <p:cNvPr id="5" name="Google Shape;522;p50">
            <a:extLst>
              <a:ext uri="{FF2B5EF4-FFF2-40B4-BE49-F238E27FC236}">
                <a16:creationId xmlns:a16="http://schemas.microsoft.com/office/drawing/2014/main" id="{F32A9C4B-6CF2-BD11-77CE-3711F5CE0CAF}"/>
              </a:ext>
            </a:extLst>
          </p:cNvPr>
          <p:cNvSpPr/>
          <p:nvPr/>
        </p:nvSpPr>
        <p:spPr>
          <a:xfrm>
            <a:off x="5216978" y="2598557"/>
            <a:ext cx="3053443" cy="2544943"/>
          </a:xfrm>
          <a:prstGeom prst="ellipse">
            <a:avLst/>
          </a:prstGeom>
          <a:blipFill rotWithShape="0">
            <a:blip r:embed="rId3"/>
            <a:srcRect/>
            <a:stretch>
              <a:fillRect/>
            </a:stretch>
          </a:blipFill>
          <a:ln w="0">
            <a:noFill/>
          </a:ln>
          <a:effectLst>
            <a:outerShdw blurRad="57240" dist="19080" dir="5400000" algn="bl" rotWithShape="0">
              <a:schemeClr val="lt1">
                <a:alpha val="50000"/>
              </a:scheme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Rectangle 231"/>
          <p:cNvSpPr/>
          <p:nvPr/>
        </p:nvSpPr>
        <p:spPr>
          <a:xfrm>
            <a:off x="566087" y="1096855"/>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l" defTabSz="914400">
              <a:lnSpc>
                <a:spcPct val="150000"/>
              </a:lnSpc>
              <a:tabLst>
                <a:tab pos="0" algn="l"/>
              </a:tabLst>
            </a:pPr>
            <a:r>
              <a:rPr lang="en-US" sz="3200" dirty="0">
                <a:solidFill>
                  <a:srgbClr val="FFFFFF"/>
                </a:solidFill>
                <a:latin typeface="OpenSymbol"/>
              </a:rPr>
              <a:t>Python is one of the easiest coding language and most coders learn it before any other coding languages.</a:t>
            </a:r>
            <a:endParaRPr lang="en-US" sz="3200" b="0" u="none" strike="noStrike" dirty="0">
              <a:solidFill>
                <a:srgbClr val="FFFFFF"/>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Rectangle 237"/>
          <p:cNvSpPr/>
          <p:nvPr/>
        </p:nvSpPr>
        <p:spPr>
          <a:xfrm>
            <a:off x="5048280" y="476280"/>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chemeClr val="dk1"/>
                </a:solidFill>
                <a:effectLst/>
                <a:uFillTx/>
                <a:latin typeface="Calibri"/>
              </a:rPr>
              <a:t>01</a:t>
            </a:r>
            <a:endParaRPr lang="en-US" sz="5000" b="0" u="none" strike="noStrike" dirty="0">
              <a:solidFill>
                <a:srgbClr val="FFFFFF"/>
              </a:solidFill>
              <a:effectLst/>
              <a:uFillTx/>
              <a:latin typeface="OpenSymbol"/>
            </a:endParaRPr>
          </a:p>
        </p:txBody>
      </p:sp>
      <p:sp>
        <p:nvSpPr>
          <p:cNvPr id="239" name="Rectangle 238"/>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l" defTabSz="914400">
              <a:lnSpc>
                <a:spcPct val="100000"/>
              </a:lnSpc>
              <a:tabLst>
                <a:tab pos="0" algn="l"/>
              </a:tabLst>
            </a:pPr>
            <a:r>
              <a:rPr lang="en-US" sz="4000" b="1" u="none" strike="noStrike" dirty="0">
                <a:solidFill>
                  <a:schemeClr val="dk1"/>
                </a:solidFill>
                <a:effectLst/>
                <a:uFillTx/>
                <a:latin typeface="DM Sans ExtraBold"/>
              </a:rPr>
              <a:t>Important Commands</a:t>
            </a:r>
            <a:endParaRPr lang="en-US" sz="4000" b="0" u="none" strike="noStrike" dirty="0">
              <a:solidFill>
                <a:srgbClr val="FFFFFF"/>
              </a:solidFill>
              <a:effectLst/>
              <a:uFillTx/>
              <a:latin typeface="OpenSymbol"/>
            </a:endParaRPr>
          </a:p>
        </p:txBody>
      </p:sp>
      <p:pic>
        <p:nvPicPr>
          <p:cNvPr id="240" name="image69cf50e5d5556" descr="image69cf50e5d555b"/>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1919483" y="1032123"/>
            <a:ext cx="4940769" cy="2890068"/>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6000" b="1" dirty="0">
                <a:solidFill>
                  <a:schemeClr val="dk1"/>
                </a:solidFill>
                <a:latin typeface="DM Sans ExtraBold"/>
              </a:rPr>
              <a:t>1-Print</a:t>
            </a:r>
            <a:br>
              <a:rPr lang="en-US" sz="6000" b="1" dirty="0">
                <a:solidFill>
                  <a:schemeClr val="dk1"/>
                </a:solidFill>
                <a:latin typeface="DM Sans ExtraBold"/>
              </a:rPr>
            </a:br>
            <a:r>
              <a:rPr lang="en-US" sz="6000" b="1" dirty="0">
                <a:solidFill>
                  <a:schemeClr val="dk1"/>
                </a:solidFill>
                <a:latin typeface="DM Sans ExtraBold"/>
              </a:rPr>
              <a:t>2-input</a:t>
            </a:r>
            <a:br>
              <a:rPr lang="en-US" sz="6000" b="1" dirty="0">
                <a:solidFill>
                  <a:schemeClr val="dk1"/>
                </a:solidFill>
                <a:latin typeface="DM Sans ExtraBold"/>
              </a:rPr>
            </a:br>
            <a:r>
              <a:rPr lang="en-US" sz="6000" b="1" dirty="0">
                <a:solidFill>
                  <a:schemeClr val="dk1"/>
                </a:solidFill>
                <a:latin typeface="DM Sans ExtraBold"/>
              </a:rPr>
              <a:t>3-if statement </a:t>
            </a:r>
            <a:endParaRPr lang="fr-FR" sz="6000" b="0" u="none" strike="noStrike" dirty="0">
              <a:solidFill>
                <a:schemeClr val="dk1"/>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F1B0D13-93DE-DD3A-F8E3-F4A920E1C7A0}"/>
              </a:ext>
            </a:extLst>
          </p:cNvPr>
          <p:cNvSpPr/>
          <p:nvPr/>
        </p:nvSpPr>
        <p:spPr>
          <a:xfrm>
            <a:off x="1412421" y="212271"/>
            <a:ext cx="5910943" cy="1273629"/>
          </a:xfrm>
          <a:prstGeom prst="roundRect">
            <a:avLst/>
          </a:prstGeom>
          <a:solidFill>
            <a:srgbClr val="006969"/>
          </a:solidFill>
          <a:ln>
            <a:solidFill>
              <a:srgbClr val="8E8E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20B7F82E-CDB9-5624-7380-A5EBC61A8877}"/>
              </a:ext>
            </a:extLst>
          </p:cNvPr>
          <p:cNvSpPr txBox="1"/>
          <p:nvPr/>
        </p:nvSpPr>
        <p:spPr>
          <a:xfrm>
            <a:off x="1943100" y="525919"/>
            <a:ext cx="4547720" cy="646331"/>
          </a:xfrm>
          <a:prstGeom prst="rect">
            <a:avLst/>
          </a:prstGeom>
          <a:noFill/>
        </p:spPr>
        <p:txBody>
          <a:bodyPr wrap="none" rtlCol="0">
            <a:spAutoFit/>
          </a:bodyPr>
          <a:lstStyle/>
          <a:p>
            <a:r>
              <a:rPr lang="en-US" sz="3600" dirty="0"/>
              <a:t>1- Print(‘Hello World’)</a:t>
            </a:r>
          </a:p>
        </p:txBody>
      </p:sp>
      <p:sp>
        <p:nvSpPr>
          <p:cNvPr id="5" name="Rectangle 4">
            <a:extLst>
              <a:ext uri="{FF2B5EF4-FFF2-40B4-BE49-F238E27FC236}">
                <a16:creationId xmlns:a16="http://schemas.microsoft.com/office/drawing/2014/main" id="{8666636C-4932-B5E4-A8E9-CDB1F1EE6DC0}"/>
              </a:ext>
            </a:extLst>
          </p:cNvPr>
          <p:cNvSpPr/>
          <p:nvPr/>
        </p:nvSpPr>
        <p:spPr>
          <a:xfrm>
            <a:off x="895267" y="1799548"/>
            <a:ext cx="6945249" cy="22410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D5CF6A2D-B165-43FB-E1D7-0E0D43A534A8}"/>
              </a:ext>
            </a:extLst>
          </p:cNvPr>
          <p:cNvSpPr txBox="1"/>
          <p:nvPr/>
        </p:nvSpPr>
        <p:spPr>
          <a:xfrm>
            <a:off x="895267" y="1944452"/>
            <a:ext cx="3579826" cy="523220"/>
          </a:xfrm>
          <a:prstGeom prst="rect">
            <a:avLst/>
          </a:prstGeom>
          <a:noFill/>
        </p:spPr>
        <p:txBody>
          <a:bodyPr wrap="none" rtlCol="0">
            <a:spAutoFit/>
          </a:bodyPr>
          <a:lstStyle/>
          <a:p>
            <a:r>
              <a:rPr lang="en-US" sz="2800" b="1" dirty="0">
                <a:solidFill>
                  <a:schemeClr val="bg1"/>
                </a:solidFill>
              </a:rPr>
              <a:t>What does it mean?</a:t>
            </a:r>
          </a:p>
        </p:txBody>
      </p:sp>
      <p:sp>
        <p:nvSpPr>
          <p:cNvPr id="8" name="TextBox 7">
            <a:extLst>
              <a:ext uri="{FF2B5EF4-FFF2-40B4-BE49-F238E27FC236}">
                <a16:creationId xmlns:a16="http://schemas.microsoft.com/office/drawing/2014/main" id="{C1E8BDB5-9B14-E22F-EF33-E6057E4004E1}"/>
              </a:ext>
            </a:extLst>
          </p:cNvPr>
          <p:cNvSpPr txBox="1"/>
          <p:nvPr/>
        </p:nvSpPr>
        <p:spPr>
          <a:xfrm>
            <a:off x="2944774" y="2571750"/>
            <a:ext cx="4804520" cy="830997"/>
          </a:xfrm>
          <a:prstGeom prst="rect">
            <a:avLst/>
          </a:prstGeom>
          <a:noFill/>
        </p:spPr>
        <p:txBody>
          <a:bodyPr wrap="none" rtlCol="0">
            <a:spAutoFit/>
          </a:bodyPr>
          <a:lstStyle/>
          <a:p>
            <a:r>
              <a:rPr lang="en-US" sz="2400" dirty="0">
                <a:solidFill>
                  <a:schemeClr val="bg1"/>
                </a:solidFill>
              </a:rPr>
              <a:t>This command tells the computer </a:t>
            </a:r>
          </a:p>
          <a:p>
            <a:r>
              <a:rPr lang="en-US" sz="2400" dirty="0">
                <a:solidFill>
                  <a:schemeClr val="bg1"/>
                </a:solidFill>
              </a:rPr>
              <a:t>to say “Hello World”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C876F-896A-AF62-E2FF-3D46C038269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60CDB29-927F-F953-2D35-F4FA1B58D5A9}"/>
              </a:ext>
            </a:extLst>
          </p:cNvPr>
          <p:cNvSpPr/>
          <p:nvPr/>
        </p:nvSpPr>
        <p:spPr>
          <a:xfrm>
            <a:off x="1412421" y="212271"/>
            <a:ext cx="5910943" cy="1273629"/>
          </a:xfrm>
          <a:prstGeom prst="roundRect">
            <a:avLst/>
          </a:prstGeom>
          <a:solidFill>
            <a:srgbClr val="006969"/>
          </a:solidFill>
          <a:ln>
            <a:solidFill>
              <a:srgbClr val="8E8E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27262AC2-2B81-E065-7509-9DFCB149FDFB}"/>
              </a:ext>
            </a:extLst>
          </p:cNvPr>
          <p:cNvSpPr txBox="1"/>
          <p:nvPr/>
        </p:nvSpPr>
        <p:spPr>
          <a:xfrm>
            <a:off x="1765255" y="572086"/>
            <a:ext cx="5205271" cy="553998"/>
          </a:xfrm>
          <a:prstGeom prst="rect">
            <a:avLst/>
          </a:prstGeom>
          <a:noFill/>
        </p:spPr>
        <p:txBody>
          <a:bodyPr wrap="none" rtlCol="0">
            <a:spAutoFit/>
          </a:bodyPr>
          <a:lstStyle/>
          <a:p>
            <a:r>
              <a:rPr lang="ar-BH" sz="3000" dirty="0"/>
              <a:t>2</a:t>
            </a:r>
            <a:r>
              <a:rPr lang="en-US" sz="3000" dirty="0"/>
              <a:t>- Input(“What is your name”)</a:t>
            </a:r>
          </a:p>
        </p:txBody>
      </p:sp>
      <p:sp>
        <p:nvSpPr>
          <p:cNvPr id="5" name="Rectangle 4">
            <a:extLst>
              <a:ext uri="{FF2B5EF4-FFF2-40B4-BE49-F238E27FC236}">
                <a16:creationId xmlns:a16="http://schemas.microsoft.com/office/drawing/2014/main" id="{76EDAF81-9540-60B1-472C-CF1D52880266}"/>
              </a:ext>
            </a:extLst>
          </p:cNvPr>
          <p:cNvSpPr/>
          <p:nvPr/>
        </p:nvSpPr>
        <p:spPr>
          <a:xfrm>
            <a:off x="895267" y="1871821"/>
            <a:ext cx="6945249" cy="22410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23CE69D2-ED81-14CA-D69D-29CEC70598A7}"/>
              </a:ext>
            </a:extLst>
          </p:cNvPr>
          <p:cNvSpPr txBox="1"/>
          <p:nvPr/>
        </p:nvSpPr>
        <p:spPr>
          <a:xfrm>
            <a:off x="895267" y="1858742"/>
            <a:ext cx="3679212" cy="523220"/>
          </a:xfrm>
          <a:prstGeom prst="rect">
            <a:avLst/>
          </a:prstGeom>
          <a:noFill/>
        </p:spPr>
        <p:txBody>
          <a:bodyPr wrap="none" rtlCol="0">
            <a:spAutoFit/>
          </a:bodyPr>
          <a:lstStyle/>
          <a:p>
            <a:r>
              <a:rPr lang="en-US" sz="2800" b="1" dirty="0">
                <a:solidFill>
                  <a:schemeClr val="bg1"/>
                </a:solidFill>
              </a:rPr>
              <a:t>What does it mean?</a:t>
            </a:r>
          </a:p>
        </p:txBody>
      </p:sp>
      <p:sp>
        <p:nvSpPr>
          <p:cNvPr id="8" name="TextBox 7">
            <a:extLst>
              <a:ext uri="{FF2B5EF4-FFF2-40B4-BE49-F238E27FC236}">
                <a16:creationId xmlns:a16="http://schemas.microsoft.com/office/drawing/2014/main" id="{162308B6-B134-AD05-C725-E7FAF69AEB51}"/>
              </a:ext>
            </a:extLst>
          </p:cNvPr>
          <p:cNvSpPr txBox="1"/>
          <p:nvPr/>
        </p:nvSpPr>
        <p:spPr>
          <a:xfrm>
            <a:off x="1518977" y="2831941"/>
            <a:ext cx="6447663" cy="830997"/>
          </a:xfrm>
          <a:prstGeom prst="rect">
            <a:avLst/>
          </a:prstGeom>
          <a:noFill/>
        </p:spPr>
        <p:txBody>
          <a:bodyPr wrap="none" rtlCol="0">
            <a:spAutoFit/>
          </a:bodyPr>
          <a:lstStyle/>
          <a:p>
            <a:pPr algn="l"/>
            <a:r>
              <a:rPr lang="en-US" sz="2400" dirty="0">
                <a:solidFill>
                  <a:schemeClr val="bg1"/>
                </a:solidFill>
              </a:rPr>
              <a:t>This command askes the user what his name </a:t>
            </a:r>
          </a:p>
          <a:p>
            <a:pPr algn="l"/>
            <a:r>
              <a:rPr lang="en-US" sz="2400" dirty="0">
                <a:solidFill>
                  <a:schemeClr val="bg1"/>
                </a:solidFill>
              </a:rPr>
              <a:t>Is.</a:t>
            </a:r>
          </a:p>
        </p:txBody>
      </p:sp>
    </p:spTree>
    <p:extLst>
      <p:ext uri="{BB962C8B-B14F-4D97-AF65-F5344CB8AC3E}">
        <p14:creationId xmlns:p14="http://schemas.microsoft.com/office/powerpoint/2010/main" val="2250726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EE2BA-A895-AF01-9C66-7641758407B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38C13AA-B494-3A13-ABF6-163E670A92CD}"/>
              </a:ext>
            </a:extLst>
          </p:cNvPr>
          <p:cNvSpPr/>
          <p:nvPr/>
        </p:nvSpPr>
        <p:spPr>
          <a:xfrm>
            <a:off x="1460567" y="94360"/>
            <a:ext cx="6222866" cy="2359479"/>
          </a:xfrm>
          <a:prstGeom prst="roundRect">
            <a:avLst/>
          </a:prstGeom>
          <a:solidFill>
            <a:srgbClr val="006969"/>
          </a:solidFill>
          <a:ln>
            <a:solidFill>
              <a:srgbClr val="8E8E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F19EFD0-1353-C992-C6BE-824AE5DA9967}"/>
              </a:ext>
            </a:extLst>
          </p:cNvPr>
          <p:cNvSpPr txBox="1"/>
          <p:nvPr/>
        </p:nvSpPr>
        <p:spPr>
          <a:xfrm>
            <a:off x="1699102" y="212270"/>
            <a:ext cx="5984331" cy="2123658"/>
          </a:xfrm>
          <a:prstGeom prst="rect">
            <a:avLst/>
          </a:prstGeom>
          <a:noFill/>
        </p:spPr>
        <p:txBody>
          <a:bodyPr wrap="none" rtlCol="0">
            <a:spAutoFit/>
          </a:bodyPr>
          <a:lstStyle/>
          <a:p>
            <a:r>
              <a:rPr lang="en-US" sz="2000" dirty="0"/>
              <a:t>3-</a:t>
            </a:r>
            <a:r>
              <a:rPr lang="en-US" sz="1600" dirty="0"/>
              <a:t> I = Input(“What is your age?”)</a:t>
            </a:r>
          </a:p>
          <a:p>
            <a:endParaRPr lang="en-US" sz="1600" dirty="0"/>
          </a:p>
          <a:p>
            <a:r>
              <a:rPr lang="en-US" sz="1600" dirty="0"/>
              <a:t>If I == 11:</a:t>
            </a:r>
          </a:p>
          <a:p>
            <a:r>
              <a:rPr lang="en-US" sz="1600" dirty="0"/>
              <a:t>	print(‘You are the same age as me!’)</a:t>
            </a:r>
          </a:p>
          <a:p>
            <a:r>
              <a:rPr lang="en-US" sz="1600" dirty="0" err="1"/>
              <a:t>elif</a:t>
            </a:r>
            <a:r>
              <a:rPr lang="en-US" sz="1600" dirty="0"/>
              <a:t> I == 9:</a:t>
            </a:r>
          </a:p>
          <a:p>
            <a:r>
              <a:rPr lang="en-US" sz="1600" dirty="0"/>
              <a:t>	print(‘You are the same age as my brother!’)</a:t>
            </a:r>
          </a:p>
          <a:p>
            <a:r>
              <a:rPr lang="en-US" sz="1600" dirty="0"/>
              <a:t>Else:</a:t>
            </a:r>
            <a:br>
              <a:rPr lang="en-US" sz="1600" dirty="0"/>
            </a:br>
            <a:r>
              <a:rPr lang="en-US" sz="1600" dirty="0"/>
              <a:t>	print(‘You are not the same age as me or my brother’)</a:t>
            </a:r>
          </a:p>
        </p:txBody>
      </p:sp>
      <p:sp>
        <p:nvSpPr>
          <p:cNvPr id="5" name="Rectangle 4">
            <a:extLst>
              <a:ext uri="{FF2B5EF4-FFF2-40B4-BE49-F238E27FC236}">
                <a16:creationId xmlns:a16="http://schemas.microsoft.com/office/drawing/2014/main" id="{C8246EF0-32A4-4390-A9F7-982E79E5FAAD}"/>
              </a:ext>
            </a:extLst>
          </p:cNvPr>
          <p:cNvSpPr/>
          <p:nvPr/>
        </p:nvSpPr>
        <p:spPr>
          <a:xfrm>
            <a:off x="895265" y="2802404"/>
            <a:ext cx="6945249" cy="22410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4F6298D7-3204-37AE-4007-F6C0FED70203}"/>
              </a:ext>
            </a:extLst>
          </p:cNvPr>
          <p:cNvSpPr txBox="1"/>
          <p:nvPr/>
        </p:nvSpPr>
        <p:spPr>
          <a:xfrm>
            <a:off x="788063" y="2750995"/>
            <a:ext cx="3579826" cy="523220"/>
          </a:xfrm>
          <a:prstGeom prst="rect">
            <a:avLst/>
          </a:prstGeom>
          <a:noFill/>
        </p:spPr>
        <p:txBody>
          <a:bodyPr wrap="none" rtlCol="0">
            <a:spAutoFit/>
          </a:bodyPr>
          <a:lstStyle/>
          <a:p>
            <a:r>
              <a:rPr lang="en-US" sz="2800" b="1" dirty="0">
                <a:solidFill>
                  <a:schemeClr val="bg1"/>
                </a:solidFill>
              </a:rPr>
              <a:t>What does it mean?</a:t>
            </a:r>
          </a:p>
        </p:txBody>
      </p:sp>
      <p:sp>
        <p:nvSpPr>
          <p:cNvPr id="8" name="TextBox 7">
            <a:extLst>
              <a:ext uri="{FF2B5EF4-FFF2-40B4-BE49-F238E27FC236}">
                <a16:creationId xmlns:a16="http://schemas.microsoft.com/office/drawing/2014/main" id="{E948FF2A-1207-7D44-AF1F-8D002861F02E}"/>
              </a:ext>
            </a:extLst>
          </p:cNvPr>
          <p:cNvSpPr txBox="1"/>
          <p:nvPr/>
        </p:nvSpPr>
        <p:spPr>
          <a:xfrm>
            <a:off x="895265" y="3289175"/>
            <a:ext cx="6788168" cy="1569660"/>
          </a:xfrm>
          <a:prstGeom prst="rect">
            <a:avLst/>
          </a:prstGeom>
          <a:noFill/>
        </p:spPr>
        <p:txBody>
          <a:bodyPr wrap="square" rtlCol="0">
            <a:spAutoFit/>
          </a:bodyPr>
          <a:lstStyle/>
          <a:p>
            <a:pPr algn="l"/>
            <a:r>
              <a:rPr lang="en-US" sz="1600" dirty="0">
                <a:solidFill>
                  <a:schemeClr val="bg1"/>
                </a:solidFill>
              </a:rPr>
              <a:t>This command tells the computer to ask the user “What is your age?”, if the user says he is 11, the command tells the computer to say “You are the same age as Me”, or if the user Says he is 9 </a:t>
            </a:r>
          </a:p>
          <a:p>
            <a:r>
              <a:rPr lang="en-US" sz="1600" dirty="0">
                <a:solidFill>
                  <a:schemeClr val="bg1"/>
                </a:solidFill>
              </a:rPr>
              <a:t>years old the command tells the computer to say “You are the same age as my brother!’, or if the user writes anything else the command tells computer to says “You are not the same age as me or my brother”</a:t>
            </a:r>
          </a:p>
        </p:txBody>
      </p:sp>
    </p:spTree>
    <p:extLst>
      <p:ext uri="{BB962C8B-B14F-4D97-AF65-F5344CB8AC3E}">
        <p14:creationId xmlns:p14="http://schemas.microsoft.com/office/powerpoint/2010/main" val="3171143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Rectangle 247"/>
          <p:cNvSpPr/>
          <p:nvPr/>
        </p:nvSpPr>
        <p:spPr>
          <a:xfrm>
            <a:off x="2386723" y="1839715"/>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5400" b="1" dirty="0">
                <a:solidFill>
                  <a:schemeClr val="dk1"/>
                </a:solidFill>
                <a:latin typeface="DM Sans ExtraBold"/>
              </a:rPr>
              <a:t>Thank you!</a:t>
            </a:r>
            <a:endParaRPr lang="en-US" sz="5400" b="0" u="none" strike="noStrike" dirty="0">
              <a:solidFill>
                <a:srgbClr val="FFFFFF"/>
              </a:solidFill>
              <a:effectLst/>
              <a:uFillTx/>
              <a:latin typeface="OpenSymbol"/>
            </a:endParaRPr>
          </a:p>
        </p:txBody>
      </p:sp>
    </p:spTree>
  </p:cSld>
  <p:clrMapOvr>
    <a:masterClrMapping/>
  </p:clrMapOvr>
</p:sld>
</file>

<file path=ppt/theme/theme1.xml><?xml version="1.0" encoding="utf-8"?>
<a:theme xmlns:a="http://schemas.openxmlformats.org/drawingml/2006/main" name="Force, Motion, and Energy - Science - 10th Grade by Slidesgo">
  <a:themeElements>
    <a:clrScheme name="Simple Light">
      <a:dk1>
        <a:srgbClr val="FFFFFF"/>
      </a:dk1>
      <a:lt1>
        <a:srgbClr val="0F2A29"/>
      </a:lt1>
      <a:dk2>
        <a:srgbClr val="017171"/>
      </a:dk2>
      <a:lt2>
        <a:srgbClr val="00AEAD"/>
      </a:lt2>
      <a:accent1>
        <a:srgbClr val="11EBEB"/>
      </a:accent1>
      <a:accent2>
        <a:srgbClr val="ABE9E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125</TotalTime>
  <Words>244</Words>
  <Application>Microsoft Office PowerPoint</Application>
  <PresentationFormat>On-screen Show (16:9)</PresentationFormat>
  <Paragraphs>27</Paragraphs>
  <Slides>9</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9</vt:i4>
      </vt:variant>
    </vt:vector>
  </HeadingPairs>
  <TitlesOfParts>
    <vt:vector size="19" baseType="lpstr">
      <vt:lpstr>Albert Sans</vt:lpstr>
      <vt:lpstr>Aptos</vt:lpstr>
      <vt:lpstr>Arial</vt:lpstr>
      <vt:lpstr>Calibri</vt:lpstr>
      <vt:lpstr>DM Sans ExtraBold</vt:lpstr>
      <vt:lpstr>OpenSymbol</vt:lpstr>
      <vt:lpstr>Symbol</vt:lpstr>
      <vt:lpstr>Wingdings</vt:lpstr>
      <vt:lpstr>Force, Motion, and Energy - Science - 10th Grade by Slidesgo</vt:lpstr>
      <vt:lpstr>Slidesgo Final Pages</vt:lpstr>
      <vt:lpstr>Python</vt:lpstr>
      <vt:lpstr>What is Python?</vt:lpstr>
      <vt:lpstr>PowerPoint Presentation</vt:lpstr>
      <vt:lpstr>PowerPoint Presentation</vt:lpstr>
      <vt:lpstr>1-Print 2-input 3-if statement </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حيدر علي الشويخ</dc:creator>
  <cp:lastModifiedBy>حيدر علي الشويخ</cp:lastModifiedBy>
  <cp:revision>2</cp:revision>
  <dcterms:modified xsi:type="dcterms:W3CDTF">2026-07-30T12:03:39Z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2026-04-03T05:32:19Z</dcterms:created>
  <dc:creator>Unknown Creator</dc:creator>
  <dc:description/>
  <dc:language>en-US</dc:language>
  <cp:lastModifiedBy>Unknown Creator</cp:lastModifiedBy>
  <dcterms:modified xsi:type="dcterms:W3CDTF">2026-04-03T05:32:19Z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